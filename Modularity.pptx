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6"/>
  </p:notesMasterIdLst>
  <p:sldIdLst>
    <p:sldId id="452" r:id="rId5"/>
    <p:sldId id="453" r:id="rId6"/>
    <p:sldId id="455" r:id="rId7"/>
    <p:sldId id="456" r:id="rId8"/>
    <p:sldId id="457" r:id="rId9"/>
    <p:sldId id="458" r:id="rId10"/>
    <p:sldId id="460" r:id="rId11"/>
    <p:sldId id="459" r:id="rId12"/>
    <p:sldId id="461" r:id="rId13"/>
    <p:sldId id="462" r:id="rId14"/>
    <p:sldId id="463" r:id="rId15"/>
    <p:sldId id="464" r:id="rId16"/>
    <p:sldId id="465" r:id="rId17"/>
    <p:sldId id="466" r:id="rId18"/>
    <p:sldId id="467" r:id="rId19"/>
    <p:sldId id="468" r:id="rId20"/>
    <p:sldId id="469" r:id="rId21"/>
    <p:sldId id="470" r:id="rId22"/>
    <p:sldId id="471" r:id="rId23"/>
    <p:sldId id="472" r:id="rId24"/>
    <p:sldId id="473"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ues, Gregor (PSIN AR) - AF" initials="BA" lastIdx="18" clrIdx="0">
    <p:extLst>
      <p:ext uri="{19B8F6BF-5375-455C-9EA6-DF929625EA0E}">
        <p15:presenceInfo xmlns:p15="http://schemas.microsoft.com/office/powerpoint/2012/main" userId="S::grbaues@airfrance.fr::dc3dfe63-0e5c-4003-a5fb-bfb4b892f89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253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1EBBBCC-DAD2-459C-BE2E-F6DE35CF9A28}" styleName="Style foncé 2 - Accentuation 3/Accentuation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E929F9F4-4A8F-4326-A1B4-22849713DDAB}" styleName="Style foncé 1 - Accentuation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Style foncé 1 - Accentuation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Style foncé 1 - Accentuation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04"/>
    <p:restoredTop sz="77171"/>
  </p:normalViewPr>
  <p:slideViewPr>
    <p:cSldViewPr snapToGrid="0">
      <p:cViewPr varScale="1">
        <p:scale>
          <a:sx n="147" d="100"/>
          <a:sy n="147" d="100"/>
        </p:scale>
        <p:origin x="14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84CC6D-C169-441F-8574-44DF2DE5950A}" type="doc">
      <dgm:prSet loTypeId="urn:microsoft.com/office/officeart/2018/2/layout/IconCircleList" loCatId="icon" qsTypeId="urn:microsoft.com/office/officeart/2005/8/quickstyle/simple1" qsCatId="simple" csTypeId="urn:microsoft.com/office/officeart/2005/8/colors/accent2_2" csCatId="accent2" phldr="1"/>
      <dgm:spPr/>
      <dgm:t>
        <a:bodyPr/>
        <a:lstStyle/>
        <a:p>
          <a:endParaRPr lang="en-US"/>
        </a:p>
      </dgm:t>
    </dgm:pt>
    <dgm:pt modelId="{53E0CF18-F179-4AF6-B9C6-47F89A2EA7EC}">
      <dgm:prSet custT="1"/>
      <dgm:spPr/>
      <dgm:t>
        <a:bodyPr/>
        <a:lstStyle/>
        <a:p>
          <a:pPr>
            <a:lnSpc>
              <a:spcPct val="100000"/>
            </a:lnSpc>
          </a:pPr>
          <a:r>
            <a:rPr lang="en-US" sz="1600" i="0" dirty="0">
              <a:latin typeface="Open Sans" panose="020B0606030504020204" pitchFamily="34" charset="0"/>
              <a:ea typeface="Open Sans" panose="020B0606030504020204" pitchFamily="34" charset="0"/>
              <a:cs typeface="Open Sans" panose="020B0606030504020204" pitchFamily="34" charset="0"/>
            </a:rPr>
            <a:t>The next slides provide a short analysis of each of the layers, and they are in no particular order.</a:t>
          </a:r>
          <a:endParaRPr lang="en-US" sz="1600" dirty="0">
            <a:latin typeface="Open Sans" panose="020B0606030504020204" pitchFamily="34" charset="0"/>
            <a:ea typeface="Open Sans" panose="020B0606030504020204" pitchFamily="34" charset="0"/>
            <a:cs typeface="Open Sans" panose="020B0606030504020204" pitchFamily="34" charset="0"/>
          </a:endParaRPr>
        </a:p>
      </dgm:t>
    </dgm:pt>
    <dgm:pt modelId="{A8F1FC8F-1C72-481C-B2DD-81668F3CAC92}" type="parTrans" cxnId="{EBB9BFDC-2FE7-420A-8468-288073329B6E}">
      <dgm:prSet/>
      <dgm:spPr/>
      <dgm:t>
        <a:bodyPr/>
        <a:lstStyle/>
        <a:p>
          <a:endParaRPr lang="en-US"/>
        </a:p>
      </dgm:t>
    </dgm:pt>
    <dgm:pt modelId="{D419B86C-7410-4B99-B0AC-18CDAAF0FBD8}" type="sibTrans" cxnId="{EBB9BFDC-2FE7-420A-8468-288073329B6E}">
      <dgm:prSet phldrT="1" phldr="0"/>
      <dgm:spPr/>
      <dgm:t>
        <a:bodyPr/>
        <a:lstStyle/>
        <a:p>
          <a:pPr>
            <a:lnSpc>
              <a:spcPct val="100000"/>
            </a:lnSpc>
          </a:pPr>
          <a:endParaRPr lang="en-US"/>
        </a:p>
      </dgm:t>
    </dgm:pt>
    <dgm:pt modelId="{CB774751-FB29-4457-A325-FE463B03BA41}">
      <dgm:prSet custT="1"/>
      <dgm:spPr/>
      <dgm:t>
        <a:bodyPr/>
        <a:lstStyle/>
        <a:p>
          <a:pPr>
            <a:lnSpc>
              <a:spcPct val="100000"/>
            </a:lnSpc>
          </a:pPr>
          <a:r>
            <a:rPr lang="en-US" sz="1600" i="0" dirty="0">
              <a:latin typeface="Open Sans" panose="020B0606030504020204" pitchFamily="34" charset="0"/>
              <a:ea typeface="Open Sans" panose="020B0606030504020204" pitchFamily="34" charset="0"/>
              <a:cs typeface="Open Sans" panose="020B0606030504020204" pitchFamily="34" charset="0"/>
            </a:rPr>
            <a:t>This is to be seen as some possible guidance in order to discuss with the vendors and see where they position themselves against the outlined elements</a:t>
          </a:r>
          <a:endParaRPr lang="en-US" sz="1600" dirty="0">
            <a:latin typeface="Open Sans" panose="020B0606030504020204" pitchFamily="34" charset="0"/>
            <a:ea typeface="Open Sans" panose="020B0606030504020204" pitchFamily="34" charset="0"/>
            <a:cs typeface="Open Sans" panose="020B0606030504020204" pitchFamily="34" charset="0"/>
          </a:endParaRPr>
        </a:p>
      </dgm:t>
    </dgm:pt>
    <dgm:pt modelId="{04007A5A-3917-4B5B-9C7D-FCCA0F989089}" type="parTrans" cxnId="{DD8BFAED-3AC4-4109-A997-FCD88F6AE976}">
      <dgm:prSet/>
      <dgm:spPr/>
      <dgm:t>
        <a:bodyPr/>
        <a:lstStyle/>
        <a:p>
          <a:endParaRPr lang="en-US"/>
        </a:p>
      </dgm:t>
    </dgm:pt>
    <dgm:pt modelId="{FFD7A070-7408-4116-9927-CB85214195C6}" type="sibTrans" cxnId="{DD8BFAED-3AC4-4109-A997-FCD88F6AE976}">
      <dgm:prSet phldrT="2" phldr="0"/>
      <dgm:spPr/>
      <dgm:t>
        <a:bodyPr/>
        <a:lstStyle/>
        <a:p>
          <a:pPr>
            <a:lnSpc>
              <a:spcPct val="100000"/>
            </a:lnSpc>
          </a:pPr>
          <a:endParaRPr lang="en-US"/>
        </a:p>
      </dgm:t>
    </dgm:pt>
    <dgm:pt modelId="{713A0029-89BA-426B-BAD8-72F507E6697E}">
      <dgm:prSet custT="1"/>
      <dgm:spPr/>
      <dgm:t>
        <a:bodyPr/>
        <a:lstStyle/>
        <a:p>
          <a:pPr>
            <a:lnSpc>
              <a:spcPct val="100000"/>
            </a:lnSpc>
          </a:pPr>
          <a:r>
            <a:rPr lang="en-US" sz="1600">
              <a:latin typeface="Open Sans" panose="020B0606030504020204" pitchFamily="34" charset="0"/>
              <a:ea typeface="Open Sans" panose="020B0606030504020204" pitchFamily="34" charset="0"/>
              <a:cs typeface="Open Sans" panose="020B0606030504020204" pitchFamily="34" charset="0"/>
            </a:rPr>
            <a:t>Not all the modularity / interchangeability and interoperability properties may be important or even pertinent in certain contexts and the right balance between cost, value &amp; risk must be found when pursuing these objectives.  </a:t>
          </a:r>
          <a:endParaRPr lang="en-US" sz="1600" dirty="0">
            <a:latin typeface="Open Sans" panose="020B0606030504020204" pitchFamily="34" charset="0"/>
            <a:ea typeface="Open Sans" panose="020B0606030504020204" pitchFamily="34" charset="0"/>
            <a:cs typeface="Open Sans" panose="020B0606030504020204" pitchFamily="34" charset="0"/>
          </a:endParaRPr>
        </a:p>
      </dgm:t>
    </dgm:pt>
    <dgm:pt modelId="{B8C3401A-7A6B-4D5B-873E-9A2EAE5112F5}" type="parTrans" cxnId="{1DBCE7A8-5319-4BE2-A5ED-EC1C0966AA18}">
      <dgm:prSet/>
      <dgm:spPr/>
      <dgm:t>
        <a:bodyPr/>
        <a:lstStyle/>
        <a:p>
          <a:endParaRPr lang="en-US"/>
        </a:p>
      </dgm:t>
    </dgm:pt>
    <dgm:pt modelId="{B3A73210-714C-42CA-9B3C-41C51F504249}" type="sibTrans" cxnId="{1DBCE7A8-5319-4BE2-A5ED-EC1C0966AA18}">
      <dgm:prSet phldrT="3" phldr="0"/>
      <dgm:spPr/>
      <dgm:t>
        <a:bodyPr/>
        <a:lstStyle/>
        <a:p>
          <a:pPr>
            <a:lnSpc>
              <a:spcPct val="100000"/>
            </a:lnSpc>
          </a:pPr>
          <a:endParaRPr lang="en-US"/>
        </a:p>
      </dgm:t>
    </dgm:pt>
    <dgm:pt modelId="{7F677642-66AD-4A48-A670-5D8D661151B1}">
      <dgm:prSet custT="1"/>
      <dgm:spPr/>
      <dgm:t>
        <a:bodyPr/>
        <a:lstStyle/>
        <a:p>
          <a:pPr>
            <a:lnSpc>
              <a:spcPct val="100000"/>
            </a:lnSpc>
          </a:pPr>
          <a:r>
            <a:rPr lang="en-US" sz="1600" dirty="0">
              <a:latin typeface="Open Sans" panose="020B0606030504020204" pitchFamily="34" charset="0"/>
              <a:ea typeface="Open Sans" panose="020B0606030504020204" pitchFamily="34" charset="0"/>
              <a:cs typeface="Open Sans" panose="020B0606030504020204" pitchFamily="34" charset="0"/>
            </a:rPr>
            <a:t>It is not the purpose of the description here to be complete but a driver for further analysis. Any positive claim against any of the elements here need to be investigated in more detail if there is an important business value attached to it. To the contrary, a negative evaluation may not be an issue at all </a:t>
          </a:r>
        </a:p>
      </dgm:t>
    </dgm:pt>
    <dgm:pt modelId="{14AE1C7F-939E-4555-8A09-EA96EB92F43A}" type="parTrans" cxnId="{3DAAB6C6-8B37-46E5-9B03-E71E56979D10}">
      <dgm:prSet/>
      <dgm:spPr/>
      <dgm:t>
        <a:bodyPr/>
        <a:lstStyle/>
        <a:p>
          <a:endParaRPr lang="en-US"/>
        </a:p>
      </dgm:t>
    </dgm:pt>
    <dgm:pt modelId="{70F998E8-2193-4053-AF79-D67CAF6A32B7}" type="sibTrans" cxnId="{3DAAB6C6-8B37-46E5-9B03-E71E56979D10}">
      <dgm:prSet phldrT="4" phldr="0"/>
      <dgm:spPr/>
      <dgm:t>
        <a:bodyPr/>
        <a:lstStyle/>
        <a:p>
          <a:endParaRPr lang="en-US"/>
        </a:p>
      </dgm:t>
    </dgm:pt>
    <dgm:pt modelId="{773CF09A-245D-4A1F-A462-AEC8FBCEAAA6}" type="pres">
      <dgm:prSet presAssocID="{DE84CC6D-C169-441F-8574-44DF2DE5950A}" presName="root" presStyleCnt="0">
        <dgm:presLayoutVars>
          <dgm:dir/>
          <dgm:resizeHandles val="exact"/>
        </dgm:presLayoutVars>
      </dgm:prSet>
      <dgm:spPr/>
    </dgm:pt>
    <dgm:pt modelId="{7E8567E7-C029-42EC-B0D6-29E4CCE22875}" type="pres">
      <dgm:prSet presAssocID="{DE84CC6D-C169-441F-8574-44DF2DE5950A}" presName="container" presStyleCnt="0">
        <dgm:presLayoutVars>
          <dgm:dir/>
          <dgm:resizeHandles val="exact"/>
        </dgm:presLayoutVars>
      </dgm:prSet>
      <dgm:spPr/>
    </dgm:pt>
    <dgm:pt modelId="{C1C060BA-03D3-4D42-B1E4-22D443541C01}" type="pres">
      <dgm:prSet presAssocID="{53E0CF18-F179-4AF6-B9C6-47F89A2EA7EC}" presName="compNode" presStyleCnt="0"/>
      <dgm:spPr/>
    </dgm:pt>
    <dgm:pt modelId="{506F919F-A463-4A0F-931D-40F481A15774}" type="pres">
      <dgm:prSet presAssocID="{53E0CF18-F179-4AF6-B9C6-47F89A2EA7EC}" presName="iconBgRect" presStyleLbl="bgShp" presStyleIdx="0" presStyleCnt="4"/>
      <dgm:spPr/>
    </dgm:pt>
    <dgm:pt modelId="{348CDD2F-C671-4796-B5E8-DF8842D2F967}" type="pres">
      <dgm:prSet presAssocID="{53E0CF18-F179-4AF6-B9C6-47F89A2EA7E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F5D5DE57-4B25-46A1-9DFE-7C41A9A4C8B7}" type="pres">
      <dgm:prSet presAssocID="{53E0CF18-F179-4AF6-B9C6-47F89A2EA7EC}" presName="spaceRect" presStyleCnt="0"/>
      <dgm:spPr/>
    </dgm:pt>
    <dgm:pt modelId="{EC4B6BB3-387B-478B-A72A-F158C4F53D28}" type="pres">
      <dgm:prSet presAssocID="{53E0CF18-F179-4AF6-B9C6-47F89A2EA7EC}" presName="textRect" presStyleLbl="revTx" presStyleIdx="0" presStyleCnt="4">
        <dgm:presLayoutVars>
          <dgm:chMax val="1"/>
          <dgm:chPref val="1"/>
        </dgm:presLayoutVars>
      </dgm:prSet>
      <dgm:spPr/>
    </dgm:pt>
    <dgm:pt modelId="{28FAF64B-47D8-4E36-8085-49480725EDF2}" type="pres">
      <dgm:prSet presAssocID="{D419B86C-7410-4B99-B0AC-18CDAAF0FBD8}" presName="sibTrans" presStyleLbl="sibTrans2D1" presStyleIdx="0" presStyleCnt="0"/>
      <dgm:spPr/>
    </dgm:pt>
    <dgm:pt modelId="{8C7533E7-BF36-4425-A4BC-C0C295E39EB6}" type="pres">
      <dgm:prSet presAssocID="{CB774751-FB29-4457-A325-FE463B03BA41}" presName="compNode" presStyleCnt="0"/>
      <dgm:spPr/>
    </dgm:pt>
    <dgm:pt modelId="{93D49AF9-70C5-49A7-BFC8-5863386F0F97}" type="pres">
      <dgm:prSet presAssocID="{CB774751-FB29-4457-A325-FE463B03BA41}" presName="iconBgRect" presStyleLbl="bgShp" presStyleIdx="1" presStyleCnt="4"/>
      <dgm:spPr/>
    </dgm:pt>
    <dgm:pt modelId="{51ADD774-1BEB-4596-8FC0-B10B9E478A92}" type="pres">
      <dgm:prSet presAssocID="{CB774751-FB29-4457-A325-FE463B03BA4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
        </a:ext>
      </dgm:extLst>
    </dgm:pt>
    <dgm:pt modelId="{4BD063A3-5C18-4D3B-9851-53316803BFEE}" type="pres">
      <dgm:prSet presAssocID="{CB774751-FB29-4457-A325-FE463B03BA41}" presName="spaceRect" presStyleCnt="0"/>
      <dgm:spPr/>
    </dgm:pt>
    <dgm:pt modelId="{A6443792-0909-49C6-9CEB-A9F511E6C1CF}" type="pres">
      <dgm:prSet presAssocID="{CB774751-FB29-4457-A325-FE463B03BA41}" presName="textRect" presStyleLbl="revTx" presStyleIdx="1" presStyleCnt="4">
        <dgm:presLayoutVars>
          <dgm:chMax val="1"/>
          <dgm:chPref val="1"/>
        </dgm:presLayoutVars>
      </dgm:prSet>
      <dgm:spPr/>
    </dgm:pt>
    <dgm:pt modelId="{7AE2F34B-75B7-469D-8EB8-DC562EA2D250}" type="pres">
      <dgm:prSet presAssocID="{FFD7A070-7408-4116-9927-CB85214195C6}" presName="sibTrans" presStyleLbl="sibTrans2D1" presStyleIdx="0" presStyleCnt="0"/>
      <dgm:spPr/>
    </dgm:pt>
    <dgm:pt modelId="{0BBA7419-2524-42AB-98AA-02970A20CC83}" type="pres">
      <dgm:prSet presAssocID="{713A0029-89BA-426B-BAD8-72F507E6697E}" presName="compNode" presStyleCnt="0"/>
      <dgm:spPr/>
    </dgm:pt>
    <dgm:pt modelId="{AAF6B53A-1FF2-40B2-BFD8-4CA7BF13A6C8}" type="pres">
      <dgm:prSet presAssocID="{713A0029-89BA-426B-BAD8-72F507E6697E}" presName="iconBgRect" presStyleLbl="bgShp" presStyleIdx="2" presStyleCnt="4"/>
      <dgm:spPr/>
    </dgm:pt>
    <dgm:pt modelId="{A957F4D6-AFA6-4E46-A786-E38426BE2A4E}" type="pres">
      <dgm:prSet presAssocID="{713A0029-89BA-426B-BAD8-72F507E6697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éconnecté"/>
        </a:ext>
      </dgm:extLst>
    </dgm:pt>
    <dgm:pt modelId="{F703F730-1D4C-41B5-8647-870D7D5EF3A8}" type="pres">
      <dgm:prSet presAssocID="{713A0029-89BA-426B-BAD8-72F507E6697E}" presName="spaceRect" presStyleCnt="0"/>
      <dgm:spPr/>
    </dgm:pt>
    <dgm:pt modelId="{02DAD46E-F866-4E0E-8883-DBF9F7B285A2}" type="pres">
      <dgm:prSet presAssocID="{713A0029-89BA-426B-BAD8-72F507E6697E}" presName="textRect" presStyleLbl="revTx" presStyleIdx="2" presStyleCnt="4">
        <dgm:presLayoutVars>
          <dgm:chMax val="1"/>
          <dgm:chPref val="1"/>
        </dgm:presLayoutVars>
      </dgm:prSet>
      <dgm:spPr/>
    </dgm:pt>
    <dgm:pt modelId="{C7B25F02-C8D8-4740-9EF5-13AD6864A3BB}" type="pres">
      <dgm:prSet presAssocID="{B3A73210-714C-42CA-9B3C-41C51F504249}" presName="sibTrans" presStyleLbl="sibTrans2D1" presStyleIdx="0" presStyleCnt="0"/>
      <dgm:spPr/>
    </dgm:pt>
    <dgm:pt modelId="{52DEB50A-DB82-4D0E-91B8-474E504748DA}" type="pres">
      <dgm:prSet presAssocID="{7F677642-66AD-4A48-A670-5D8D661151B1}" presName="compNode" presStyleCnt="0"/>
      <dgm:spPr/>
    </dgm:pt>
    <dgm:pt modelId="{DCB19FE4-4CE3-4B10-A37F-828D68532E0E}" type="pres">
      <dgm:prSet presAssocID="{7F677642-66AD-4A48-A670-5D8D661151B1}" presName="iconBgRect" presStyleLbl="bgShp" presStyleIdx="3" presStyleCnt="4"/>
      <dgm:spPr/>
    </dgm:pt>
    <dgm:pt modelId="{A5CFAD9D-EBD1-490F-B137-3DDB43E31B7B}" type="pres">
      <dgm:prSet presAssocID="{7F677642-66AD-4A48-A670-5D8D661151B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che"/>
        </a:ext>
      </dgm:extLst>
    </dgm:pt>
    <dgm:pt modelId="{9247FFB5-997B-4112-9004-5F9B088A3E60}" type="pres">
      <dgm:prSet presAssocID="{7F677642-66AD-4A48-A670-5D8D661151B1}" presName="spaceRect" presStyleCnt="0"/>
      <dgm:spPr/>
    </dgm:pt>
    <dgm:pt modelId="{C810B2EF-36D0-4082-8238-9C6D6664D98D}" type="pres">
      <dgm:prSet presAssocID="{7F677642-66AD-4A48-A670-5D8D661151B1}" presName="textRect" presStyleLbl="revTx" presStyleIdx="3" presStyleCnt="4">
        <dgm:presLayoutVars>
          <dgm:chMax val="1"/>
          <dgm:chPref val="1"/>
        </dgm:presLayoutVars>
      </dgm:prSet>
      <dgm:spPr/>
    </dgm:pt>
  </dgm:ptLst>
  <dgm:cxnLst>
    <dgm:cxn modelId="{55C59805-C0D8-CE44-A947-EAEBD1CFE0B3}" type="presOf" srcId="{713A0029-89BA-426B-BAD8-72F507E6697E}" destId="{02DAD46E-F866-4E0E-8883-DBF9F7B285A2}" srcOrd="0" destOrd="0" presId="urn:microsoft.com/office/officeart/2018/2/layout/IconCircleList"/>
    <dgm:cxn modelId="{EDD2CB39-5980-394A-AB50-C212E7B363B2}" type="presOf" srcId="{D419B86C-7410-4B99-B0AC-18CDAAF0FBD8}" destId="{28FAF64B-47D8-4E36-8085-49480725EDF2}" srcOrd="0" destOrd="0" presId="urn:microsoft.com/office/officeart/2018/2/layout/IconCircleList"/>
    <dgm:cxn modelId="{5B9AC13D-F89C-4D41-A3FF-32705DA3AA90}" type="presOf" srcId="{7F677642-66AD-4A48-A670-5D8D661151B1}" destId="{C810B2EF-36D0-4082-8238-9C6D6664D98D}" srcOrd="0" destOrd="0" presId="urn:microsoft.com/office/officeart/2018/2/layout/IconCircleList"/>
    <dgm:cxn modelId="{65E9395A-3156-1F43-9FF4-E974CD83D41C}" type="presOf" srcId="{FFD7A070-7408-4116-9927-CB85214195C6}" destId="{7AE2F34B-75B7-469D-8EB8-DC562EA2D250}" srcOrd="0" destOrd="0" presId="urn:microsoft.com/office/officeart/2018/2/layout/IconCircleList"/>
    <dgm:cxn modelId="{98E16371-B1EC-6A46-8DE6-C3490005579E}" type="presOf" srcId="{DE84CC6D-C169-441F-8574-44DF2DE5950A}" destId="{773CF09A-245D-4A1F-A462-AEC8FBCEAAA6}" srcOrd="0" destOrd="0" presId="urn:microsoft.com/office/officeart/2018/2/layout/IconCircleList"/>
    <dgm:cxn modelId="{DDC9E07C-5583-AD4B-8D96-EAD4315EE70F}" type="presOf" srcId="{CB774751-FB29-4457-A325-FE463B03BA41}" destId="{A6443792-0909-49C6-9CEB-A9F511E6C1CF}" srcOrd="0" destOrd="0" presId="urn:microsoft.com/office/officeart/2018/2/layout/IconCircleList"/>
    <dgm:cxn modelId="{2F5408A5-59C2-8A42-BE50-A3C26133DFC7}" type="presOf" srcId="{B3A73210-714C-42CA-9B3C-41C51F504249}" destId="{C7B25F02-C8D8-4740-9EF5-13AD6864A3BB}" srcOrd="0" destOrd="0" presId="urn:microsoft.com/office/officeart/2018/2/layout/IconCircleList"/>
    <dgm:cxn modelId="{1DBCE7A8-5319-4BE2-A5ED-EC1C0966AA18}" srcId="{DE84CC6D-C169-441F-8574-44DF2DE5950A}" destId="{713A0029-89BA-426B-BAD8-72F507E6697E}" srcOrd="2" destOrd="0" parTransId="{B8C3401A-7A6B-4D5B-873E-9A2EAE5112F5}" sibTransId="{B3A73210-714C-42CA-9B3C-41C51F504249}"/>
    <dgm:cxn modelId="{DDCC43BE-C40A-E448-BA16-97E7E9053FA8}" type="presOf" srcId="{53E0CF18-F179-4AF6-B9C6-47F89A2EA7EC}" destId="{EC4B6BB3-387B-478B-A72A-F158C4F53D28}" srcOrd="0" destOrd="0" presId="urn:microsoft.com/office/officeart/2018/2/layout/IconCircleList"/>
    <dgm:cxn modelId="{3DAAB6C6-8B37-46E5-9B03-E71E56979D10}" srcId="{DE84CC6D-C169-441F-8574-44DF2DE5950A}" destId="{7F677642-66AD-4A48-A670-5D8D661151B1}" srcOrd="3" destOrd="0" parTransId="{14AE1C7F-939E-4555-8A09-EA96EB92F43A}" sibTransId="{70F998E8-2193-4053-AF79-D67CAF6A32B7}"/>
    <dgm:cxn modelId="{EBB9BFDC-2FE7-420A-8468-288073329B6E}" srcId="{DE84CC6D-C169-441F-8574-44DF2DE5950A}" destId="{53E0CF18-F179-4AF6-B9C6-47F89A2EA7EC}" srcOrd="0" destOrd="0" parTransId="{A8F1FC8F-1C72-481C-B2DD-81668F3CAC92}" sibTransId="{D419B86C-7410-4B99-B0AC-18CDAAF0FBD8}"/>
    <dgm:cxn modelId="{DD8BFAED-3AC4-4109-A997-FCD88F6AE976}" srcId="{DE84CC6D-C169-441F-8574-44DF2DE5950A}" destId="{CB774751-FB29-4457-A325-FE463B03BA41}" srcOrd="1" destOrd="0" parTransId="{04007A5A-3917-4B5B-9C7D-FCCA0F989089}" sibTransId="{FFD7A070-7408-4116-9927-CB85214195C6}"/>
    <dgm:cxn modelId="{A014BDCC-2774-B046-B927-D5ACD4FAA396}" type="presParOf" srcId="{773CF09A-245D-4A1F-A462-AEC8FBCEAAA6}" destId="{7E8567E7-C029-42EC-B0D6-29E4CCE22875}" srcOrd="0" destOrd="0" presId="urn:microsoft.com/office/officeart/2018/2/layout/IconCircleList"/>
    <dgm:cxn modelId="{E9E36099-B04B-B24F-89B0-F1B14A8FD995}" type="presParOf" srcId="{7E8567E7-C029-42EC-B0D6-29E4CCE22875}" destId="{C1C060BA-03D3-4D42-B1E4-22D443541C01}" srcOrd="0" destOrd="0" presId="urn:microsoft.com/office/officeart/2018/2/layout/IconCircleList"/>
    <dgm:cxn modelId="{DAA424BC-A16C-684F-B27A-C88E5362A1C3}" type="presParOf" srcId="{C1C060BA-03D3-4D42-B1E4-22D443541C01}" destId="{506F919F-A463-4A0F-931D-40F481A15774}" srcOrd="0" destOrd="0" presId="urn:microsoft.com/office/officeart/2018/2/layout/IconCircleList"/>
    <dgm:cxn modelId="{7784A450-BE45-1E49-9AA2-78B82F013E5C}" type="presParOf" srcId="{C1C060BA-03D3-4D42-B1E4-22D443541C01}" destId="{348CDD2F-C671-4796-B5E8-DF8842D2F967}" srcOrd="1" destOrd="0" presId="urn:microsoft.com/office/officeart/2018/2/layout/IconCircleList"/>
    <dgm:cxn modelId="{43B74620-FBC3-BA41-BF81-045D835A47C5}" type="presParOf" srcId="{C1C060BA-03D3-4D42-B1E4-22D443541C01}" destId="{F5D5DE57-4B25-46A1-9DFE-7C41A9A4C8B7}" srcOrd="2" destOrd="0" presId="urn:microsoft.com/office/officeart/2018/2/layout/IconCircleList"/>
    <dgm:cxn modelId="{915BD8B1-3626-F545-9911-6D4C3673ECD9}" type="presParOf" srcId="{C1C060BA-03D3-4D42-B1E4-22D443541C01}" destId="{EC4B6BB3-387B-478B-A72A-F158C4F53D28}" srcOrd="3" destOrd="0" presId="urn:microsoft.com/office/officeart/2018/2/layout/IconCircleList"/>
    <dgm:cxn modelId="{78B65219-5F81-3744-93BF-7223C1D91C78}" type="presParOf" srcId="{7E8567E7-C029-42EC-B0D6-29E4CCE22875}" destId="{28FAF64B-47D8-4E36-8085-49480725EDF2}" srcOrd="1" destOrd="0" presId="urn:microsoft.com/office/officeart/2018/2/layout/IconCircleList"/>
    <dgm:cxn modelId="{58CD09E5-3EB4-4748-B1FC-6DE8834A7B6E}" type="presParOf" srcId="{7E8567E7-C029-42EC-B0D6-29E4CCE22875}" destId="{8C7533E7-BF36-4425-A4BC-C0C295E39EB6}" srcOrd="2" destOrd="0" presId="urn:microsoft.com/office/officeart/2018/2/layout/IconCircleList"/>
    <dgm:cxn modelId="{40C1089C-640A-E941-A363-3C090BD2C8A4}" type="presParOf" srcId="{8C7533E7-BF36-4425-A4BC-C0C295E39EB6}" destId="{93D49AF9-70C5-49A7-BFC8-5863386F0F97}" srcOrd="0" destOrd="0" presId="urn:microsoft.com/office/officeart/2018/2/layout/IconCircleList"/>
    <dgm:cxn modelId="{85FAEA4B-7CD9-0B41-986B-7467A0996F88}" type="presParOf" srcId="{8C7533E7-BF36-4425-A4BC-C0C295E39EB6}" destId="{51ADD774-1BEB-4596-8FC0-B10B9E478A92}" srcOrd="1" destOrd="0" presId="urn:microsoft.com/office/officeart/2018/2/layout/IconCircleList"/>
    <dgm:cxn modelId="{D67F4371-3CFB-6D45-AACB-847D599FB1FF}" type="presParOf" srcId="{8C7533E7-BF36-4425-A4BC-C0C295E39EB6}" destId="{4BD063A3-5C18-4D3B-9851-53316803BFEE}" srcOrd="2" destOrd="0" presId="urn:microsoft.com/office/officeart/2018/2/layout/IconCircleList"/>
    <dgm:cxn modelId="{61CAFE1B-F40B-ED4E-9A1C-8B2470CB3A9A}" type="presParOf" srcId="{8C7533E7-BF36-4425-A4BC-C0C295E39EB6}" destId="{A6443792-0909-49C6-9CEB-A9F511E6C1CF}" srcOrd="3" destOrd="0" presId="urn:microsoft.com/office/officeart/2018/2/layout/IconCircleList"/>
    <dgm:cxn modelId="{4918F6A7-A53A-4B46-8D42-8F2A41DAFE8F}" type="presParOf" srcId="{7E8567E7-C029-42EC-B0D6-29E4CCE22875}" destId="{7AE2F34B-75B7-469D-8EB8-DC562EA2D250}" srcOrd="3" destOrd="0" presId="urn:microsoft.com/office/officeart/2018/2/layout/IconCircleList"/>
    <dgm:cxn modelId="{6474E19B-CFAC-5E48-BE8E-4BAC5CE50B1C}" type="presParOf" srcId="{7E8567E7-C029-42EC-B0D6-29E4CCE22875}" destId="{0BBA7419-2524-42AB-98AA-02970A20CC83}" srcOrd="4" destOrd="0" presId="urn:microsoft.com/office/officeart/2018/2/layout/IconCircleList"/>
    <dgm:cxn modelId="{31FD053C-3506-6B4A-9D44-AC7AAFEB0D2C}" type="presParOf" srcId="{0BBA7419-2524-42AB-98AA-02970A20CC83}" destId="{AAF6B53A-1FF2-40B2-BFD8-4CA7BF13A6C8}" srcOrd="0" destOrd="0" presId="urn:microsoft.com/office/officeart/2018/2/layout/IconCircleList"/>
    <dgm:cxn modelId="{C83C48DD-EA72-DC45-948E-DA2FD83BD98E}" type="presParOf" srcId="{0BBA7419-2524-42AB-98AA-02970A20CC83}" destId="{A957F4D6-AFA6-4E46-A786-E38426BE2A4E}" srcOrd="1" destOrd="0" presId="urn:microsoft.com/office/officeart/2018/2/layout/IconCircleList"/>
    <dgm:cxn modelId="{771D984A-05C9-5A4C-A4A1-428566773040}" type="presParOf" srcId="{0BBA7419-2524-42AB-98AA-02970A20CC83}" destId="{F703F730-1D4C-41B5-8647-870D7D5EF3A8}" srcOrd="2" destOrd="0" presId="urn:microsoft.com/office/officeart/2018/2/layout/IconCircleList"/>
    <dgm:cxn modelId="{8D5651F1-40E9-3344-A421-8A1D3F18C9B7}" type="presParOf" srcId="{0BBA7419-2524-42AB-98AA-02970A20CC83}" destId="{02DAD46E-F866-4E0E-8883-DBF9F7B285A2}" srcOrd="3" destOrd="0" presId="urn:microsoft.com/office/officeart/2018/2/layout/IconCircleList"/>
    <dgm:cxn modelId="{A06B625B-1C86-8E42-B0E9-45D745F683C5}" type="presParOf" srcId="{7E8567E7-C029-42EC-B0D6-29E4CCE22875}" destId="{C7B25F02-C8D8-4740-9EF5-13AD6864A3BB}" srcOrd="5" destOrd="0" presId="urn:microsoft.com/office/officeart/2018/2/layout/IconCircleList"/>
    <dgm:cxn modelId="{5401E827-8C9B-5346-8044-204B0EDBDA55}" type="presParOf" srcId="{7E8567E7-C029-42EC-B0D6-29E4CCE22875}" destId="{52DEB50A-DB82-4D0E-91B8-474E504748DA}" srcOrd="6" destOrd="0" presId="urn:microsoft.com/office/officeart/2018/2/layout/IconCircleList"/>
    <dgm:cxn modelId="{695CD14F-1FB0-B24C-B982-C0BA805FDA48}" type="presParOf" srcId="{52DEB50A-DB82-4D0E-91B8-474E504748DA}" destId="{DCB19FE4-4CE3-4B10-A37F-828D68532E0E}" srcOrd="0" destOrd="0" presId="urn:microsoft.com/office/officeart/2018/2/layout/IconCircleList"/>
    <dgm:cxn modelId="{FD0DCBA3-2F14-D944-82BA-D83F44A4E8D8}" type="presParOf" srcId="{52DEB50A-DB82-4D0E-91B8-474E504748DA}" destId="{A5CFAD9D-EBD1-490F-B137-3DDB43E31B7B}" srcOrd="1" destOrd="0" presId="urn:microsoft.com/office/officeart/2018/2/layout/IconCircleList"/>
    <dgm:cxn modelId="{8DC64080-9521-2149-9805-07D378C72E59}" type="presParOf" srcId="{52DEB50A-DB82-4D0E-91B8-474E504748DA}" destId="{9247FFB5-997B-4112-9004-5F9B088A3E60}" srcOrd="2" destOrd="0" presId="urn:microsoft.com/office/officeart/2018/2/layout/IconCircleList"/>
    <dgm:cxn modelId="{C5AB3152-2550-B844-83C5-40923F8F3575}" type="presParOf" srcId="{52DEB50A-DB82-4D0E-91B8-474E504748DA}" destId="{C810B2EF-36D0-4082-8238-9C6D6664D98D}"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a:lnSpc>
              <a:spcPct val="100000"/>
            </a:lnSpc>
          </a:pPr>
          <a:r>
            <a:rPr lang="en-US" sz="1600" b="0" i="0" noProof="0" dirty="0">
              <a:effectLst/>
              <a:latin typeface="Open Sans" panose="020B0606030504020204" pitchFamily="34" charset="0"/>
              <a:ea typeface="Open Sans" panose="020B0606030504020204" pitchFamily="34" charset="0"/>
              <a:cs typeface="Open Sans" panose="020B0606030504020204" pitchFamily="34" charset="0"/>
            </a:rPr>
            <a:t>in the presentation layer involves separating the user interface components, such as buttons, forms, and widgets, into self-contained modules. These modules can be easily reused across different parts of the application or even in other applications.</a:t>
          </a:r>
        </a:p>
        <a:p>
          <a:pPr>
            <a:lnSpc>
              <a:spcPct val="100000"/>
            </a:lnSpc>
          </a:pPr>
          <a:r>
            <a:rPr lang="en-US" sz="1600" b="0" i="0" noProof="0" dirty="0">
              <a:effectLst/>
              <a:latin typeface="Open Sans" panose="020B0606030504020204" pitchFamily="34" charset="0"/>
              <a:ea typeface="Open Sans" panose="020B0606030504020204" pitchFamily="34" charset="0"/>
              <a:cs typeface="Open Sans" panose="020B0606030504020204" pitchFamily="34" charset="0"/>
              <a:sym typeface="Wingdings" pitchFamily="2" charset="2"/>
            </a:rPr>
            <a:t> </a:t>
          </a:r>
          <a:r>
            <a:rPr lang="en-US" sz="1600" b="0" i="0" noProof="0" dirty="0">
              <a:effectLst/>
              <a:latin typeface="Open Sans" panose="020B0606030504020204" pitchFamily="34" charset="0"/>
              <a:ea typeface="Open Sans" panose="020B0606030504020204" pitchFamily="34" charset="0"/>
              <a:cs typeface="Open Sans" panose="020B0606030504020204" pitchFamily="34" charset="0"/>
            </a:rPr>
            <a:t>Separate UI components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a:lnSpc>
              <a:spcPct val="100000"/>
            </a:lnSpc>
          </a:pPr>
          <a:r>
            <a:rPr lang="en-US" sz="1600" b="0" i="0" noProof="0" dirty="0">
              <a:effectLst/>
              <a:latin typeface="Open Sans" panose="020B0606030504020204" pitchFamily="34" charset="0"/>
              <a:ea typeface="Open Sans" panose="020B0606030504020204" pitchFamily="34" charset="0"/>
              <a:cs typeface="Open Sans" panose="020B0606030504020204" pitchFamily="34" charset="0"/>
            </a:rPr>
            <a:t>The ability to interchange or replace specific user interface components without affecting the overall functionality is crucial to accommodate changes in design or technology.</a:t>
          </a:r>
        </a:p>
        <a:p>
          <a:pPr>
            <a:lnSpc>
              <a:spcPct val="100000"/>
            </a:lnSpc>
          </a:pPr>
          <a:r>
            <a:rPr lang="en-US" sz="1600" b="0" i="0" noProof="0" dirty="0">
              <a:effectLst/>
              <a:latin typeface="Open Sans" panose="020B0606030504020204" pitchFamily="34" charset="0"/>
              <a:ea typeface="Open Sans" panose="020B0606030504020204" pitchFamily="34" charset="0"/>
              <a:cs typeface="Open Sans" panose="020B0606030504020204" pitchFamily="34" charset="0"/>
              <a:sym typeface="Wingdings" pitchFamily="2" charset="2"/>
            </a:rPr>
            <a:t> Multiple device support</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a:lnSpc>
              <a:spcPct val="100000"/>
            </a:lnSpc>
          </a:pPr>
          <a:r>
            <a:rPr lang="en-US" sz="1600" b="0" i="0" noProof="0" dirty="0">
              <a:effectLst/>
              <a:latin typeface="Open Sans" panose="020B0606030504020204" pitchFamily="34" charset="0"/>
              <a:ea typeface="Open Sans" panose="020B0606030504020204" pitchFamily="34" charset="0"/>
              <a:cs typeface="Open Sans" panose="020B0606030504020204" pitchFamily="34" charset="0"/>
            </a:rPr>
            <a:t>The presentation layer should be designed to be compatible with various devices, browsers, and operating systems, ensuring that the user interface functions consistently across different platforms. </a:t>
          </a:r>
        </a:p>
        <a:p>
          <a:pPr>
            <a:lnSpc>
              <a:spcPct val="100000"/>
            </a:lnSpc>
          </a:pPr>
          <a:r>
            <a:rPr lang="en-US" sz="1600" b="0" i="0" noProof="0" dirty="0">
              <a:effectLst/>
              <a:latin typeface="Open Sans" panose="020B0606030504020204" pitchFamily="34" charset="0"/>
              <a:ea typeface="Open Sans" panose="020B0606030504020204" pitchFamily="34" charset="0"/>
              <a:cs typeface="Open Sans" panose="020B0606030504020204" pitchFamily="34" charset="0"/>
              <a:sym typeface="Wingdings" pitchFamily="2" charset="2"/>
            </a:rPr>
            <a:t> Replaceable UI components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application layer's modularity lies in breaking down the business logic into discrete modules, each responsible for specific functions or processes. Modular design allows for easier testing, maintenance, and updates to individual business logic components.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Discrete Business Logic</a:t>
          </a:r>
          <a:endParaRPr lang="en-US" sz="1600" b="0" i="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Business logic components should be designed to work seamlessly with different modules and services within the application layer, as well as with external systems through standardized interfaces.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Integration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with</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others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business logic modules should be interchangeable, allowing for easy updates or replacements without causing disruptions to other parts of the application.</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Modules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In the data layer, modularity entails organizing data storage into separate modules or databases. Each module may store specific types of data, and the data models should be designed in a way that enables seamless integration and retrieval.</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t>
          </a:r>
          <a:r>
            <a:rPr lang="en-US" sz="1600" b="0" i="0" noProof="0" dirty="0">
              <a:latin typeface="Open Sans" panose="020B0606030504020204" pitchFamily="34" charset="0"/>
              <a:ea typeface="Open Sans" panose="020B0606030504020204" pitchFamily="34" charset="0"/>
              <a:cs typeface="Open Sans" panose="020B0606030504020204" pitchFamily="34" charset="0"/>
            </a:rPr>
            <a:t>Organized data storage </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Data storage systems should support standard data formats and protocols to enable data exchange between different modules, applications, and systems.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Support diverse formats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data layer should allow for the interchangeable use of different database technologies or storage solutions without affecting data access and retrieval processes.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Storage</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Modularity in the integration layer involves encapsulating integration logic into modules or services. These modules can handle specific data transformations, message formats, or communication protocols, making it easier to modify or extend integration capabilities.</a:t>
          </a:r>
        </a:p>
        <a:p>
          <a:pPr marL="266700" indent="-258763">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Encapsulated integration logic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in</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modules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integration layer requires robust support for different communication protocols, data formats, and message exchanges to facilitate smooth interactions between various components and external systems.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Interact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with external </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systems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Interchangeable integration components or adapters enable the system to adapt to changes in external systems or communication methods with minimal disruptions.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t>
          </a:r>
          <a:r>
            <a:rPr lang="en-US" sz="1600" b="0" i="0" dirty="0">
              <a:latin typeface="Open Sans" panose="020B0606030504020204" pitchFamily="34" charset="0"/>
              <a:ea typeface="Open Sans" panose="020B0606030504020204" pitchFamily="34" charset="0"/>
              <a:cs typeface="Open Sans" panose="020B0606030504020204" pitchFamily="34" charset="0"/>
            </a:rPr>
            <a:t>Interchangeable adapters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gn="l">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algn="l">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security layer's modularity involves separating different security mechanisms into individual modules. For example, authentication and authorization can be handled by separate modules, allowing the system to adopt new authentication methods independently.</a:t>
          </a:r>
        </a:p>
        <a:p>
          <a:pPr algn="l">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Segregated security measures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gn="l">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marL="0" algn="l">
            <a:lnSpc>
              <a:spcPct val="100000"/>
            </a:lnSpc>
            <a:buNone/>
          </a:pPr>
          <a:r>
            <a:rPr lang="en-US" sz="1600" b="0" i="0" noProof="0" dirty="0">
              <a:latin typeface="Open Sans" panose="020B0606030504020204" pitchFamily="34" charset="0"/>
              <a:ea typeface="Open Sans" panose="020B0606030504020204" pitchFamily="34" charset="0"/>
              <a:cs typeface="Open Sans" panose="020B0606030504020204" pitchFamily="34" charset="0"/>
            </a:rPr>
            <a:t>Security mechanisms must be compatible with various authentication methods, encryption standards, and authorization protocols to ensure seamless collaboration with external systems.</a:t>
          </a:r>
        </a:p>
        <a:p>
          <a:pPr marL="266700" indent="-266700" algn="l">
            <a:lnSpc>
              <a:spcPct val="100000"/>
            </a:lnSpc>
            <a:buFont typeface="Arial" panose="020B0604020202020204" pitchFamily="34" charset="0"/>
            <a:buChar char="•"/>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Support multiple authentication methods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gn="l">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marL="0" algn="l">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ability to interchange security components enables the system to adopt new security measures or adapt to evolving threats without affecting overall system functionality.</a:t>
          </a:r>
        </a:p>
        <a:p>
          <a:pPr marL="266700" indent="-258763" algn="l">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security components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Modularity in the infrastructure layer focuses on organizing hardware components and network services into modular units. Virtualization and containerization technologies also contribute to modularity, enabling the deployment of discrete units of infrastructure. </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Modular Hardware and Networks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infrastructure layer should support interoperability between different hardware components, networking technologies, and cloud services to build a cohesive and flexible environment.</a:t>
          </a:r>
        </a:p>
        <a:p>
          <a:pPr marL="223838" indent="-215900">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Interact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with</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various infra-structure elements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ability to interchange hardware components or adopt cloud-based infrastructure allows the system to scale and adapt to changing performance and resource requirements.</a:t>
          </a:r>
        </a:p>
        <a:p>
          <a:pPr marL="266700" indent="-258763">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hardware components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Modularity in the middleware layer revolves around creating reusable middleware components that can be easily integrated with different applications. These components help in decoupling applications from specific communication protocols or data formats.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Separate middleware services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Middleware components should support standard interfaces and communication protocols to facilitate seamless interactions between applications and services.</a:t>
          </a:r>
        </a:p>
        <a:p>
          <a:pPr marL="266700" indent="-258763">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Support standard communication protocols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Interchangeable middleware modules enable the system to accommodate new middleware technologies or update existing ones without significant modifications to applications.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modules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Modularity in the analytics layer involves breaking down data analysis and reporting processes into modular components. Each module can handle specific analytical tasks, making it easier to modify or add new analytical capabilities.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Segregated analytical tasks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Analytics tools and components should be able to ingest and process data from various sources, supporting diverse data formats and integration with other layers.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Integrate data sources</a:t>
          </a:r>
          <a:endParaRPr lang="en-US" sz="1600" b="0" i="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Interchangeable analytical components allow the system to upgrade or switch to different analytics tools without compromising the overall data analysis process.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tools </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In this layer, modularity means providing separate modules or tools for monitoring different aspects of the information system. These modules may focus on server performance, network health, or application-specific metrics.</a:t>
          </a:r>
        </a:p>
        <a:p>
          <a:pPr marL="266700" indent="-258763">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Independent monitoring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and</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management components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Monitoring and management tools should be interoperable with various operating systems, application frameworks, and infrastructure components for comprehensive system oversight.</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Monitor diverse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system</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aspects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ability to interchange monitoring and management tools ensures adaptability to changing system requirements and preferences of administrators.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tools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Modularity in this layer involves organizing compliance and governance processes into distinct modules. Each module can address specific regulations or standards, ensuring compliance can be managed separately.</a:t>
          </a:r>
        </a:p>
        <a:p>
          <a:pPr marL="266700" indent="-258763">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Independent compliance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and</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governance modules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Compliance and governance modules should be compatible with industry standards, regulations, and auditing frameworks for seamless adherence to policies.</a:t>
          </a:r>
        </a:p>
        <a:p>
          <a:pPr marL="266700" indent="-258763">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Adhere to industry regulations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and</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standards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ability to interchange compliance and governance components allows the system to adjust to changing regulations or adopt new governance practices without disrupting operations.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modules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modularity of the service layer is reflected in the well-defined APIs that offer specific functionalities. Each API acts as a modular unit, enabling applications to interact with the information system in a standardized manner.</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APIs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for</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modularity</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APIs should follow standard specifications and protocols to facilitate interoperability between the information system and external applications or services.</a:t>
          </a:r>
        </a:p>
        <a:p>
          <a:pPr marL="266700" indent="-258763">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Support standard communication protocols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ability to interchange APIs or support multiple versions of APIs ensures backward compatibility and smooth migration to newer versions.</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APIs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3F7EA82-A0B7-8F4A-A842-B9C076DEE67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fr-FR"/>
        </a:p>
      </dgm:t>
    </dgm:pt>
    <dgm:pt modelId="{7121D269-5C8B-D547-BD27-66CB3A2B71D7}">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Modularity</a:t>
          </a:r>
        </a:p>
      </dgm:t>
    </dgm:pt>
    <dgm:pt modelId="{44C257A5-E4DE-A04D-A6AD-785577B09B7F}" type="parTrans" cxnId="{C001F001-8DCD-FB4A-BA3A-E5170DAA9162}">
      <dgm:prSet/>
      <dgm:spPr/>
      <dgm:t>
        <a:bodyPr/>
        <a:lstStyle/>
        <a:p>
          <a:endParaRPr lang="fr-FR"/>
        </a:p>
      </dgm:t>
    </dgm:pt>
    <dgm:pt modelId="{57B87CC3-A40C-054B-AF8F-81BD862D38D4}" type="sibTrans" cxnId="{C001F001-8DCD-FB4A-BA3A-E5170DAA9162}">
      <dgm:prSet/>
      <dgm:spPr/>
      <dgm:t>
        <a:bodyPr/>
        <a:lstStyle/>
        <a:p>
          <a:endParaRPr lang="fr-FR"/>
        </a:p>
      </dgm:t>
    </dgm:pt>
    <dgm:pt modelId="{2EA470FD-A712-E942-B840-2CE11EA05F5F}">
      <dgm:prSet phldrT="[Texte]" custT="1"/>
      <dgm:spPr/>
      <dgm:t>
        <a:bodyPr/>
        <a:lstStyle/>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Modularity in the user data layer involves organizing user-specific data into separate modules or databases. These modules can handle individual user profiles or preferences, ensuring personalization is independent and scalable.</a:t>
          </a:r>
        </a:p>
        <a:p>
          <a:pPr>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Segregated user data </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5053E379-8626-E84D-B955-294826CBDFE3}" type="parTrans" cxnId="{CA00A660-DFF0-E44A-BDE6-B4599BEAE209}">
      <dgm:prSet/>
      <dgm:spPr/>
      <dgm:t>
        <a:bodyPr/>
        <a:lstStyle/>
        <a:p>
          <a:endParaRPr lang="fr-FR"/>
        </a:p>
      </dgm:t>
    </dgm:pt>
    <dgm:pt modelId="{9E573653-B57F-E848-A8A1-6E783F38D74D}" type="sibTrans" cxnId="{CA00A660-DFF0-E44A-BDE6-B4599BEAE209}">
      <dgm:prSet/>
      <dgm:spPr/>
      <dgm:t>
        <a:bodyPr/>
        <a:lstStyle/>
        <a:p>
          <a:endParaRPr lang="fr-FR"/>
        </a:p>
      </dgm:t>
    </dgm:pt>
    <dgm:pt modelId="{1BAFBC32-2AA5-D54A-BE70-0AC8F0E4C540}">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Interoperability</a:t>
          </a:r>
        </a:p>
      </dgm:t>
    </dgm:pt>
    <dgm:pt modelId="{F9E95763-F3D2-D341-B2D4-5EF421071464}" type="parTrans" cxnId="{2E51D69F-A6E5-1E47-A70A-366F08321897}">
      <dgm:prSet/>
      <dgm:spPr/>
      <dgm:t>
        <a:bodyPr/>
        <a:lstStyle/>
        <a:p>
          <a:endParaRPr lang="fr-FR"/>
        </a:p>
      </dgm:t>
    </dgm:pt>
    <dgm:pt modelId="{975CB1CC-EFE8-A040-9A5A-3405C914CBE3}" type="sibTrans" cxnId="{2E51D69F-A6E5-1E47-A70A-366F08321897}">
      <dgm:prSet/>
      <dgm:spPr/>
      <dgm:t>
        <a:bodyPr/>
        <a:lstStyle/>
        <a:p>
          <a:endParaRPr lang="fr-FR"/>
        </a:p>
      </dgm:t>
    </dgm:pt>
    <dgm:pt modelId="{1DACB98B-276A-8441-8124-E96165B1E951}">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User data modules should allow for interoperable data exchange and sharing between different services or applications within the system.</a:t>
          </a:r>
        </a:p>
        <a:p>
          <a:pPr marL="266700" indent="-258763">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Interact </a:t>
          </a:r>
          <a:r>
            <a:rPr lang="en-US" sz="1600" b="1"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with</a:t>
          </a: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various user-specific data</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65A38A7E-E9F8-3842-B2EE-201EFBEBA670}" type="parTrans" cxnId="{8409679F-0D24-8D42-8DF6-7CFA89329ED4}">
      <dgm:prSet/>
      <dgm:spPr/>
      <dgm:t>
        <a:bodyPr/>
        <a:lstStyle/>
        <a:p>
          <a:endParaRPr lang="fr-FR"/>
        </a:p>
      </dgm:t>
    </dgm:pt>
    <dgm:pt modelId="{52944680-6867-D948-BF5C-C3EA4C3279DD}" type="sibTrans" cxnId="{8409679F-0D24-8D42-8DF6-7CFA89329ED4}">
      <dgm:prSet/>
      <dgm:spPr/>
      <dgm:t>
        <a:bodyPr/>
        <a:lstStyle/>
        <a:p>
          <a:endParaRPr lang="fr-FR"/>
        </a:p>
      </dgm:t>
    </dgm:pt>
    <dgm:pt modelId="{E2C0ED65-0E3F-5645-9B20-E03A4CCF5785}">
      <dgm:prSet phldrT="[Texte]"/>
      <dgm:spPr/>
      <dgm:t>
        <a:bodyPr/>
        <a:lstStyle/>
        <a:p>
          <a:pPr>
            <a:lnSpc>
              <a:spcPct val="100000"/>
            </a:lnSpc>
            <a:defRPr b="1"/>
          </a:pPr>
          <a:r>
            <a:rPr lang="en-US" noProof="0" dirty="0">
              <a:latin typeface="Open Sans" panose="020B0606030504020204" pitchFamily="34" charset="0"/>
              <a:ea typeface="Open Sans" panose="020B0606030504020204" pitchFamily="34" charset="0"/>
              <a:cs typeface="Open Sans" panose="020B0606030504020204" pitchFamily="34" charset="0"/>
            </a:rPr>
            <a:t>Interchangeability</a:t>
          </a:r>
        </a:p>
      </dgm:t>
    </dgm:pt>
    <dgm:pt modelId="{9FE79BBE-3C56-F944-ADAD-56294404F2CA}" type="parTrans" cxnId="{DA622473-9A49-2B4E-A7D4-DF847B81FAEC}">
      <dgm:prSet/>
      <dgm:spPr/>
      <dgm:t>
        <a:bodyPr/>
        <a:lstStyle/>
        <a:p>
          <a:endParaRPr lang="fr-FR"/>
        </a:p>
      </dgm:t>
    </dgm:pt>
    <dgm:pt modelId="{59603326-18D0-394D-80F4-C380CDCCF795}" type="sibTrans" cxnId="{DA622473-9A49-2B4E-A7D4-DF847B81FAEC}">
      <dgm:prSet/>
      <dgm:spPr/>
      <dgm:t>
        <a:bodyPr/>
        <a:lstStyle/>
        <a:p>
          <a:endParaRPr lang="fr-FR"/>
        </a:p>
      </dgm:t>
    </dgm:pt>
    <dgm:pt modelId="{0E11F3E8-E6A8-0D47-AE7F-3B2EE038A8F7}">
      <dgm:prSet phldrT="[Texte]" custT="1"/>
      <dgm:spPr/>
      <dgm:t>
        <a:bodyPr/>
        <a:lstStyle/>
        <a:p>
          <a:pPr marL="0">
            <a:lnSpc>
              <a:spcPct val="100000"/>
            </a:lnSpc>
          </a:pPr>
          <a:r>
            <a:rPr lang="en-US" sz="1600" b="0" i="0" noProof="0" dirty="0">
              <a:latin typeface="Open Sans" panose="020B0606030504020204" pitchFamily="34" charset="0"/>
              <a:ea typeface="Open Sans" panose="020B0606030504020204" pitchFamily="34" charset="0"/>
              <a:cs typeface="Open Sans" panose="020B0606030504020204" pitchFamily="34" charset="0"/>
            </a:rPr>
            <a:t>The ability to interchange user data components enables the system to accommodate changes in data storage or personalization methods without affecting user experiences.</a:t>
          </a:r>
        </a:p>
        <a:p>
          <a:pPr marL="266700" indent="-258763">
            <a:lnSpc>
              <a:spcPct val="100000"/>
            </a:lnSpc>
            <a:tabLst/>
          </a:pPr>
          <a:r>
            <a:rPr lang="en-US" sz="1600" b="0" i="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data components</a:t>
          </a:r>
          <a:endParaRPr lang="en-US" sz="1600" noProof="0" dirty="0">
            <a:latin typeface="Open Sans" panose="020B0606030504020204" pitchFamily="34" charset="0"/>
            <a:ea typeface="Open Sans" panose="020B0606030504020204" pitchFamily="34" charset="0"/>
            <a:cs typeface="Open Sans" panose="020B0606030504020204" pitchFamily="34" charset="0"/>
          </a:endParaRPr>
        </a:p>
      </dgm:t>
    </dgm:pt>
    <dgm:pt modelId="{406039D4-9C78-3F49-94DE-55D3281874D5}" type="parTrans" cxnId="{47F0A8DB-BE3D-1248-8B13-857F832BA8B2}">
      <dgm:prSet/>
      <dgm:spPr/>
      <dgm:t>
        <a:bodyPr/>
        <a:lstStyle/>
        <a:p>
          <a:endParaRPr lang="fr-FR"/>
        </a:p>
      </dgm:t>
    </dgm:pt>
    <dgm:pt modelId="{49F454ED-DBAE-9940-944D-3CE8BD6FD3B2}" type="sibTrans" cxnId="{47F0A8DB-BE3D-1248-8B13-857F832BA8B2}">
      <dgm:prSet/>
      <dgm:spPr/>
      <dgm:t>
        <a:bodyPr/>
        <a:lstStyle/>
        <a:p>
          <a:endParaRPr lang="fr-FR"/>
        </a:p>
      </dgm:t>
    </dgm:pt>
    <dgm:pt modelId="{E12BA17B-0229-441F-8D0F-61FEC37E4F50}" type="pres">
      <dgm:prSet presAssocID="{23F7EA82-A0B7-8F4A-A842-B9C076DEE67B}" presName="root" presStyleCnt="0">
        <dgm:presLayoutVars>
          <dgm:dir/>
          <dgm:resizeHandles val="exact"/>
        </dgm:presLayoutVars>
      </dgm:prSet>
      <dgm:spPr/>
    </dgm:pt>
    <dgm:pt modelId="{85453F63-994C-4CF4-9868-DC6196A8C754}" type="pres">
      <dgm:prSet presAssocID="{7121D269-5C8B-D547-BD27-66CB3A2B71D7}" presName="compNode" presStyleCnt="0"/>
      <dgm:spPr/>
    </dgm:pt>
    <dgm:pt modelId="{A6C19530-2B44-4C85-A696-CF701C257B13}" type="pres">
      <dgm:prSet presAssocID="{7121D269-5C8B-D547-BD27-66CB3A2B71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34D65DCE-A07E-49C5-8F4C-69D3D1C97243}" type="pres">
      <dgm:prSet presAssocID="{7121D269-5C8B-D547-BD27-66CB3A2B71D7}" presName="iconSpace" presStyleCnt="0"/>
      <dgm:spPr/>
    </dgm:pt>
    <dgm:pt modelId="{FE069AA3-46DE-4329-9764-B0080704412F}" type="pres">
      <dgm:prSet presAssocID="{7121D269-5C8B-D547-BD27-66CB3A2B71D7}" presName="parTx" presStyleLbl="revTx" presStyleIdx="0" presStyleCnt="6">
        <dgm:presLayoutVars>
          <dgm:chMax val="0"/>
          <dgm:chPref val="0"/>
        </dgm:presLayoutVars>
      </dgm:prSet>
      <dgm:spPr/>
    </dgm:pt>
    <dgm:pt modelId="{38B15193-A4F5-4D64-90E3-6BC49A5AABBD}" type="pres">
      <dgm:prSet presAssocID="{7121D269-5C8B-D547-BD27-66CB3A2B71D7}" presName="txSpace" presStyleCnt="0"/>
      <dgm:spPr/>
    </dgm:pt>
    <dgm:pt modelId="{E2969D76-BFC8-4674-A2D9-9DB1BEB895A6}" type="pres">
      <dgm:prSet presAssocID="{7121D269-5C8B-D547-BD27-66CB3A2B71D7}" presName="desTx" presStyleLbl="revTx" presStyleIdx="1" presStyleCnt="6">
        <dgm:presLayoutVars/>
      </dgm:prSet>
      <dgm:spPr/>
    </dgm:pt>
    <dgm:pt modelId="{5DE4B5B1-3934-45FB-B3DA-82FEE11D937E}" type="pres">
      <dgm:prSet presAssocID="{57B87CC3-A40C-054B-AF8F-81BD862D38D4}" presName="sibTrans" presStyleCnt="0"/>
      <dgm:spPr/>
    </dgm:pt>
    <dgm:pt modelId="{457679D4-06DE-405A-BDB7-B8D2639A1015}" type="pres">
      <dgm:prSet presAssocID="{1BAFBC32-2AA5-D54A-BE70-0AC8F0E4C540}" presName="compNode" presStyleCnt="0"/>
      <dgm:spPr/>
    </dgm:pt>
    <dgm:pt modelId="{CE0521FD-6947-4480-BEB0-B15FB4BB35D3}" type="pres">
      <dgm:prSet presAssocID="{1BAFBC32-2AA5-D54A-BE70-0AC8F0E4C5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eur"/>
        </a:ext>
      </dgm:extLst>
    </dgm:pt>
    <dgm:pt modelId="{CA18C8C5-DA46-4C25-8969-2C41964539CC}" type="pres">
      <dgm:prSet presAssocID="{1BAFBC32-2AA5-D54A-BE70-0AC8F0E4C540}" presName="iconSpace" presStyleCnt="0"/>
      <dgm:spPr/>
    </dgm:pt>
    <dgm:pt modelId="{BEB87588-7633-459F-B877-82B3A255D13D}" type="pres">
      <dgm:prSet presAssocID="{1BAFBC32-2AA5-D54A-BE70-0AC8F0E4C540}" presName="parTx" presStyleLbl="revTx" presStyleIdx="2" presStyleCnt="6">
        <dgm:presLayoutVars>
          <dgm:chMax val="0"/>
          <dgm:chPref val="0"/>
        </dgm:presLayoutVars>
      </dgm:prSet>
      <dgm:spPr/>
    </dgm:pt>
    <dgm:pt modelId="{29BECDC8-B54A-45F1-BCF6-E57A1EEB1159}" type="pres">
      <dgm:prSet presAssocID="{1BAFBC32-2AA5-D54A-BE70-0AC8F0E4C540}" presName="txSpace" presStyleCnt="0"/>
      <dgm:spPr/>
    </dgm:pt>
    <dgm:pt modelId="{D8A3449B-36E3-4DB7-996D-BC7F0AFA2D4C}" type="pres">
      <dgm:prSet presAssocID="{1BAFBC32-2AA5-D54A-BE70-0AC8F0E4C540}" presName="desTx" presStyleLbl="revTx" presStyleIdx="3" presStyleCnt="6">
        <dgm:presLayoutVars/>
      </dgm:prSet>
      <dgm:spPr/>
    </dgm:pt>
    <dgm:pt modelId="{7B9F5FB9-DD5B-4E14-8F3B-E6C4777596CB}" type="pres">
      <dgm:prSet presAssocID="{975CB1CC-EFE8-A040-9A5A-3405C914CBE3}" presName="sibTrans" presStyleCnt="0"/>
      <dgm:spPr/>
    </dgm:pt>
    <dgm:pt modelId="{636C0775-42A1-437E-A54A-0874CC084661}" type="pres">
      <dgm:prSet presAssocID="{E2C0ED65-0E3F-5645-9B20-E03A4CCF5785}" presName="compNode" presStyleCnt="0"/>
      <dgm:spPr/>
    </dgm:pt>
    <dgm:pt modelId="{28022EE6-B306-4803-B7C5-9DA34BB2EF28}" type="pres">
      <dgm:prSet presAssocID="{E2C0ED65-0E3F-5645-9B20-E03A4CCF57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BA8D8AD-CA74-47E4-A22A-FFB1DB98A0F8}" type="pres">
      <dgm:prSet presAssocID="{E2C0ED65-0E3F-5645-9B20-E03A4CCF5785}" presName="iconSpace" presStyleCnt="0"/>
      <dgm:spPr/>
    </dgm:pt>
    <dgm:pt modelId="{54E33BC9-AB04-44DD-8F92-FE4507EBF6AB}" type="pres">
      <dgm:prSet presAssocID="{E2C0ED65-0E3F-5645-9B20-E03A4CCF5785}" presName="parTx" presStyleLbl="revTx" presStyleIdx="4" presStyleCnt="6">
        <dgm:presLayoutVars>
          <dgm:chMax val="0"/>
          <dgm:chPref val="0"/>
        </dgm:presLayoutVars>
      </dgm:prSet>
      <dgm:spPr/>
    </dgm:pt>
    <dgm:pt modelId="{2099A459-952B-4B2C-B14E-24657B6BF583}" type="pres">
      <dgm:prSet presAssocID="{E2C0ED65-0E3F-5645-9B20-E03A4CCF5785}" presName="txSpace" presStyleCnt="0"/>
      <dgm:spPr/>
    </dgm:pt>
    <dgm:pt modelId="{A980CB93-8C67-4B21-BA0A-613281B29054}" type="pres">
      <dgm:prSet presAssocID="{E2C0ED65-0E3F-5645-9B20-E03A4CCF5785}" presName="desTx" presStyleLbl="revTx" presStyleIdx="5" presStyleCnt="6">
        <dgm:presLayoutVars/>
      </dgm:prSet>
      <dgm:spPr/>
    </dgm:pt>
  </dgm:ptLst>
  <dgm:cxnLst>
    <dgm:cxn modelId="{C001F001-8DCD-FB4A-BA3A-E5170DAA9162}" srcId="{23F7EA82-A0B7-8F4A-A842-B9C076DEE67B}" destId="{7121D269-5C8B-D547-BD27-66CB3A2B71D7}" srcOrd="0" destOrd="0" parTransId="{44C257A5-E4DE-A04D-A6AD-785577B09B7F}" sibTransId="{57B87CC3-A40C-054B-AF8F-81BD862D38D4}"/>
    <dgm:cxn modelId="{5B1E1404-E0FA-0540-8327-B60495988D41}" type="presOf" srcId="{E2C0ED65-0E3F-5645-9B20-E03A4CCF5785}" destId="{54E33BC9-AB04-44DD-8F92-FE4507EBF6AB}" srcOrd="0" destOrd="0" presId="urn:microsoft.com/office/officeart/2018/2/layout/IconLabelDescriptionList"/>
    <dgm:cxn modelId="{54FF2C5F-855B-A74B-83B6-55E4024B4499}" type="presOf" srcId="{23F7EA82-A0B7-8F4A-A842-B9C076DEE67B}" destId="{E12BA17B-0229-441F-8D0F-61FEC37E4F50}" srcOrd="0" destOrd="0" presId="urn:microsoft.com/office/officeart/2018/2/layout/IconLabelDescriptionList"/>
    <dgm:cxn modelId="{CA00A660-DFF0-E44A-BDE6-B4599BEAE209}" srcId="{7121D269-5C8B-D547-BD27-66CB3A2B71D7}" destId="{2EA470FD-A712-E942-B840-2CE11EA05F5F}" srcOrd="0" destOrd="0" parTransId="{5053E379-8626-E84D-B955-294826CBDFE3}" sibTransId="{9E573653-B57F-E848-A8A1-6E783F38D74D}"/>
    <dgm:cxn modelId="{DA622473-9A49-2B4E-A7D4-DF847B81FAEC}" srcId="{23F7EA82-A0B7-8F4A-A842-B9C076DEE67B}" destId="{E2C0ED65-0E3F-5645-9B20-E03A4CCF5785}" srcOrd="2" destOrd="0" parTransId="{9FE79BBE-3C56-F944-ADAD-56294404F2CA}" sibTransId="{59603326-18D0-394D-80F4-C380CDCCF795}"/>
    <dgm:cxn modelId="{A746D894-4FB0-8249-98FC-D758FF4C9139}" type="presOf" srcId="{0E11F3E8-E6A8-0D47-AE7F-3B2EE038A8F7}" destId="{A980CB93-8C67-4B21-BA0A-613281B29054}" srcOrd="0" destOrd="0" presId="urn:microsoft.com/office/officeart/2018/2/layout/IconLabelDescriptionList"/>
    <dgm:cxn modelId="{8409679F-0D24-8D42-8DF6-7CFA89329ED4}" srcId="{1BAFBC32-2AA5-D54A-BE70-0AC8F0E4C540}" destId="{1DACB98B-276A-8441-8124-E96165B1E951}" srcOrd="0" destOrd="0" parTransId="{65A38A7E-E9F8-3842-B2EE-201EFBEBA670}" sibTransId="{52944680-6867-D948-BF5C-C3EA4C3279DD}"/>
    <dgm:cxn modelId="{2E51D69F-A6E5-1E47-A70A-366F08321897}" srcId="{23F7EA82-A0B7-8F4A-A842-B9C076DEE67B}" destId="{1BAFBC32-2AA5-D54A-BE70-0AC8F0E4C540}" srcOrd="1" destOrd="0" parTransId="{F9E95763-F3D2-D341-B2D4-5EF421071464}" sibTransId="{975CB1CC-EFE8-A040-9A5A-3405C914CBE3}"/>
    <dgm:cxn modelId="{C1FE6EB0-B064-C044-A7A3-66B2DD712377}" type="presOf" srcId="{2EA470FD-A712-E942-B840-2CE11EA05F5F}" destId="{E2969D76-BFC8-4674-A2D9-9DB1BEB895A6}" srcOrd="0" destOrd="0" presId="urn:microsoft.com/office/officeart/2018/2/layout/IconLabelDescriptionList"/>
    <dgm:cxn modelId="{16B79CB3-99C7-ED4F-A901-E904694BF9FC}" type="presOf" srcId="{1BAFBC32-2AA5-D54A-BE70-0AC8F0E4C540}" destId="{BEB87588-7633-459F-B877-82B3A255D13D}" srcOrd="0" destOrd="0" presId="urn:microsoft.com/office/officeart/2018/2/layout/IconLabelDescriptionList"/>
    <dgm:cxn modelId="{47F0A8DB-BE3D-1248-8B13-857F832BA8B2}" srcId="{E2C0ED65-0E3F-5645-9B20-E03A4CCF5785}" destId="{0E11F3E8-E6A8-0D47-AE7F-3B2EE038A8F7}" srcOrd="0" destOrd="0" parTransId="{406039D4-9C78-3F49-94DE-55D3281874D5}" sibTransId="{49F454ED-DBAE-9940-944D-3CE8BD6FD3B2}"/>
    <dgm:cxn modelId="{2BE2A2F4-2B9B-104D-BC3E-3F495492BA1C}" type="presOf" srcId="{1DACB98B-276A-8441-8124-E96165B1E951}" destId="{D8A3449B-36E3-4DB7-996D-BC7F0AFA2D4C}" srcOrd="0" destOrd="0" presId="urn:microsoft.com/office/officeart/2018/2/layout/IconLabelDescriptionList"/>
    <dgm:cxn modelId="{F0D187F5-86DD-5242-ADB8-25980C8A8BE7}" type="presOf" srcId="{7121D269-5C8B-D547-BD27-66CB3A2B71D7}" destId="{FE069AA3-46DE-4329-9764-B0080704412F}" srcOrd="0" destOrd="0" presId="urn:microsoft.com/office/officeart/2018/2/layout/IconLabelDescriptionList"/>
    <dgm:cxn modelId="{60EC6686-723D-A741-AB1E-0B537056D84A}" type="presParOf" srcId="{E12BA17B-0229-441F-8D0F-61FEC37E4F50}" destId="{85453F63-994C-4CF4-9868-DC6196A8C754}" srcOrd="0" destOrd="0" presId="urn:microsoft.com/office/officeart/2018/2/layout/IconLabelDescriptionList"/>
    <dgm:cxn modelId="{A775646D-692A-F043-B4F5-484B5A74BC86}" type="presParOf" srcId="{85453F63-994C-4CF4-9868-DC6196A8C754}" destId="{A6C19530-2B44-4C85-A696-CF701C257B13}" srcOrd="0" destOrd="0" presId="urn:microsoft.com/office/officeart/2018/2/layout/IconLabelDescriptionList"/>
    <dgm:cxn modelId="{981D71C7-770C-1545-A221-4F01A55FE4AB}" type="presParOf" srcId="{85453F63-994C-4CF4-9868-DC6196A8C754}" destId="{34D65DCE-A07E-49C5-8F4C-69D3D1C97243}" srcOrd="1" destOrd="0" presId="urn:microsoft.com/office/officeart/2018/2/layout/IconLabelDescriptionList"/>
    <dgm:cxn modelId="{087E6BF0-C6FF-2A48-A1BB-5937EE08F15D}" type="presParOf" srcId="{85453F63-994C-4CF4-9868-DC6196A8C754}" destId="{FE069AA3-46DE-4329-9764-B0080704412F}" srcOrd="2" destOrd="0" presId="urn:microsoft.com/office/officeart/2018/2/layout/IconLabelDescriptionList"/>
    <dgm:cxn modelId="{3DC6C0D8-C9A7-CA4C-BE18-48A7C59FCEC2}" type="presParOf" srcId="{85453F63-994C-4CF4-9868-DC6196A8C754}" destId="{38B15193-A4F5-4D64-90E3-6BC49A5AABBD}" srcOrd="3" destOrd="0" presId="urn:microsoft.com/office/officeart/2018/2/layout/IconLabelDescriptionList"/>
    <dgm:cxn modelId="{542F1413-39B8-DB43-B199-585818491EC7}" type="presParOf" srcId="{85453F63-994C-4CF4-9868-DC6196A8C754}" destId="{E2969D76-BFC8-4674-A2D9-9DB1BEB895A6}" srcOrd="4" destOrd="0" presId="urn:microsoft.com/office/officeart/2018/2/layout/IconLabelDescriptionList"/>
    <dgm:cxn modelId="{C796D9F5-2E9C-3649-B724-696CC680A552}" type="presParOf" srcId="{E12BA17B-0229-441F-8D0F-61FEC37E4F50}" destId="{5DE4B5B1-3934-45FB-B3DA-82FEE11D937E}" srcOrd="1" destOrd="0" presId="urn:microsoft.com/office/officeart/2018/2/layout/IconLabelDescriptionList"/>
    <dgm:cxn modelId="{CF81044F-A56F-8742-8BFF-11600298F879}" type="presParOf" srcId="{E12BA17B-0229-441F-8D0F-61FEC37E4F50}" destId="{457679D4-06DE-405A-BDB7-B8D2639A1015}" srcOrd="2" destOrd="0" presId="urn:microsoft.com/office/officeart/2018/2/layout/IconLabelDescriptionList"/>
    <dgm:cxn modelId="{C8E75EFB-9274-3E41-9893-6EC1B38E3F9C}" type="presParOf" srcId="{457679D4-06DE-405A-BDB7-B8D2639A1015}" destId="{CE0521FD-6947-4480-BEB0-B15FB4BB35D3}" srcOrd="0" destOrd="0" presId="urn:microsoft.com/office/officeart/2018/2/layout/IconLabelDescriptionList"/>
    <dgm:cxn modelId="{EDB9E47A-65ED-AC48-A5A3-43E1D42E3C4D}" type="presParOf" srcId="{457679D4-06DE-405A-BDB7-B8D2639A1015}" destId="{CA18C8C5-DA46-4C25-8969-2C41964539CC}" srcOrd="1" destOrd="0" presId="urn:microsoft.com/office/officeart/2018/2/layout/IconLabelDescriptionList"/>
    <dgm:cxn modelId="{A1CFC04C-82EB-CE4F-BCEA-95637BBAB386}" type="presParOf" srcId="{457679D4-06DE-405A-BDB7-B8D2639A1015}" destId="{BEB87588-7633-459F-B877-82B3A255D13D}" srcOrd="2" destOrd="0" presId="urn:microsoft.com/office/officeart/2018/2/layout/IconLabelDescriptionList"/>
    <dgm:cxn modelId="{751E16EF-8689-C745-9195-99AE67587ED1}" type="presParOf" srcId="{457679D4-06DE-405A-BDB7-B8D2639A1015}" destId="{29BECDC8-B54A-45F1-BCF6-E57A1EEB1159}" srcOrd="3" destOrd="0" presId="urn:microsoft.com/office/officeart/2018/2/layout/IconLabelDescriptionList"/>
    <dgm:cxn modelId="{FD44FBE2-CDCD-3A43-A636-15BADCD0BF24}" type="presParOf" srcId="{457679D4-06DE-405A-BDB7-B8D2639A1015}" destId="{D8A3449B-36E3-4DB7-996D-BC7F0AFA2D4C}" srcOrd="4" destOrd="0" presId="urn:microsoft.com/office/officeart/2018/2/layout/IconLabelDescriptionList"/>
    <dgm:cxn modelId="{7EF7B577-38AA-4545-9ED2-2BE36634A8D4}" type="presParOf" srcId="{E12BA17B-0229-441F-8D0F-61FEC37E4F50}" destId="{7B9F5FB9-DD5B-4E14-8F3B-E6C4777596CB}" srcOrd="3" destOrd="0" presId="urn:microsoft.com/office/officeart/2018/2/layout/IconLabelDescriptionList"/>
    <dgm:cxn modelId="{0BE68D3E-CDDF-6242-8A85-CC813FECBDD2}" type="presParOf" srcId="{E12BA17B-0229-441F-8D0F-61FEC37E4F50}" destId="{636C0775-42A1-437E-A54A-0874CC084661}" srcOrd="4" destOrd="0" presId="urn:microsoft.com/office/officeart/2018/2/layout/IconLabelDescriptionList"/>
    <dgm:cxn modelId="{975D8851-D35A-C14B-8AC7-0F8A3C48DFB6}" type="presParOf" srcId="{636C0775-42A1-437E-A54A-0874CC084661}" destId="{28022EE6-B306-4803-B7C5-9DA34BB2EF28}" srcOrd="0" destOrd="0" presId="urn:microsoft.com/office/officeart/2018/2/layout/IconLabelDescriptionList"/>
    <dgm:cxn modelId="{11D34B08-EA2C-E544-8477-81AAA35CC8E3}" type="presParOf" srcId="{636C0775-42A1-437E-A54A-0874CC084661}" destId="{CBA8D8AD-CA74-47E4-A22A-FFB1DB98A0F8}" srcOrd="1" destOrd="0" presId="urn:microsoft.com/office/officeart/2018/2/layout/IconLabelDescriptionList"/>
    <dgm:cxn modelId="{3B7E34D0-3B6C-B04C-AC43-2F50EC965859}" type="presParOf" srcId="{636C0775-42A1-437E-A54A-0874CC084661}" destId="{54E33BC9-AB04-44DD-8F92-FE4507EBF6AB}" srcOrd="2" destOrd="0" presId="urn:microsoft.com/office/officeart/2018/2/layout/IconLabelDescriptionList"/>
    <dgm:cxn modelId="{7BCBED1A-DE4E-2B44-8D25-4FEADF51BFCD}" type="presParOf" srcId="{636C0775-42A1-437E-A54A-0874CC084661}" destId="{2099A459-952B-4B2C-B14E-24657B6BF583}" srcOrd="3" destOrd="0" presId="urn:microsoft.com/office/officeart/2018/2/layout/IconLabelDescriptionList"/>
    <dgm:cxn modelId="{4DECF6E0-8001-E846-8387-B847CD5E90C7}" type="presParOf" srcId="{636C0775-42A1-437E-A54A-0874CC084661}" destId="{A980CB93-8C67-4B21-BA0A-613281B2905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59D78A8-D979-47C5-9326-A2D6A887DFB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C7F8BFF-C7B5-47B5-85C2-D912E2C7CF7A}">
      <dgm:prSet custT="1"/>
      <dgm:spPr/>
      <dgm:t>
        <a:bodyPr/>
        <a:lstStyle/>
        <a:p>
          <a:r>
            <a:rPr lang="en-US" sz="2400" dirty="0">
              <a:latin typeface="Open Sans" panose="020B0606030504020204" pitchFamily="34" charset="0"/>
              <a:ea typeface="Open Sans" panose="020B0606030504020204" pitchFamily="34" charset="0"/>
              <a:cs typeface="Open Sans" panose="020B0606030504020204" pitchFamily="34" charset="0"/>
            </a:rPr>
            <a:t>I</a:t>
          </a:r>
          <a:r>
            <a:rPr lang="en-US" sz="2400" b="0" i="0" dirty="0">
              <a:latin typeface="Open Sans" panose="020B0606030504020204" pitchFamily="34" charset="0"/>
              <a:ea typeface="Open Sans" panose="020B0606030504020204" pitchFamily="34" charset="0"/>
              <a:cs typeface="Open Sans" panose="020B0606030504020204" pitchFamily="34" charset="0"/>
            </a:rPr>
            <a:t>nteroperability and interchangeability enhance the modularity of Information System Architecture by enabling seamless interactions between layers and facilitating the substitution of components or technologies as needed. </a:t>
          </a:r>
          <a:endParaRPr lang="en-US" sz="2400" dirty="0">
            <a:latin typeface="Open Sans" panose="020B0606030504020204" pitchFamily="34" charset="0"/>
            <a:ea typeface="Open Sans" panose="020B0606030504020204" pitchFamily="34" charset="0"/>
            <a:cs typeface="Open Sans" panose="020B0606030504020204" pitchFamily="34" charset="0"/>
          </a:endParaRPr>
        </a:p>
      </dgm:t>
    </dgm:pt>
    <dgm:pt modelId="{5F6C68F6-A2A9-485D-87CE-6728E8A4C5CE}" type="parTrans" cxnId="{86774502-530E-445E-860A-4D0DBC9E221F}">
      <dgm:prSet/>
      <dgm:spPr/>
      <dgm:t>
        <a:bodyPr/>
        <a:lstStyle/>
        <a:p>
          <a:endParaRPr lang="en-US"/>
        </a:p>
      </dgm:t>
    </dgm:pt>
    <dgm:pt modelId="{D5EF3FF5-CDFB-4FC3-AF8B-AB14ECA03043}" type="sibTrans" cxnId="{86774502-530E-445E-860A-4D0DBC9E221F}">
      <dgm:prSet/>
      <dgm:spPr/>
      <dgm:t>
        <a:bodyPr/>
        <a:lstStyle/>
        <a:p>
          <a:endParaRPr lang="en-US"/>
        </a:p>
      </dgm:t>
    </dgm:pt>
    <dgm:pt modelId="{C9504E6E-C02D-4A72-B52E-FFF13E3339B2}">
      <dgm:prSet custT="1"/>
      <dgm:spPr/>
      <dgm:t>
        <a:bodyPr/>
        <a:lstStyle/>
        <a:p>
          <a:r>
            <a:rPr lang="en-US" sz="2400" b="0" i="0" dirty="0">
              <a:latin typeface="Open Sans" panose="020B0606030504020204" pitchFamily="34" charset="0"/>
              <a:ea typeface="Open Sans" panose="020B0606030504020204" pitchFamily="34" charset="0"/>
              <a:cs typeface="Open Sans" panose="020B0606030504020204" pitchFamily="34" charset="0"/>
            </a:rPr>
            <a:t>These requirements contribute to the overall flexibility, scalability, and adaptability of the architecture in the face of evolving business needs and technological advancements.</a:t>
          </a:r>
          <a:endParaRPr lang="en-US" sz="2400" dirty="0">
            <a:latin typeface="Open Sans" panose="020B0606030504020204" pitchFamily="34" charset="0"/>
            <a:ea typeface="Open Sans" panose="020B0606030504020204" pitchFamily="34" charset="0"/>
            <a:cs typeface="Open Sans" panose="020B0606030504020204" pitchFamily="34" charset="0"/>
          </a:endParaRPr>
        </a:p>
      </dgm:t>
    </dgm:pt>
    <dgm:pt modelId="{7BAF817A-A7E7-439A-8ACA-242BD4218D26}" type="parTrans" cxnId="{E6648BAF-63D5-47B0-BBAD-98222CA4288C}">
      <dgm:prSet/>
      <dgm:spPr/>
      <dgm:t>
        <a:bodyPr/>
        <a:lstStyle/>
        <a:p>
          <a:endParaRPr lang="en-US"/>
        </a:p>
      </dgm:t>
    </dgm:pt>
    <dgm:pt modelId="{ACFE87A3-9262-484A-9DD1-28A00822C6D5}" type="sibTrans" cxnId="{E6648BAF-63D5-47B0-BBAD-98222CA4288C}">
      <dgm:prSet/>
      <dgm:spPr/>
      <dgm:t>
        <a:bodyPr/>
        <a:lstStyle/>
        <a:p>
          <a:endParaRPr lang="en-US"/>
        </a:p>
      </dgm:t>
    </dgm:pt>
    <dgm:pt modelId="{2D22F7A9-A702-49F3-895A-5130D3A2400C}" type="pres">
      <dgm:prSet presAssocID="{B59D78A8-D979-47C5-9326-A2D6A887DFB3}" presName="root" presStyleCnt="0">
        <dgm:presLayoutVars>
          <dgm:dir/>
          <dgm:resizeHandles val="exact"/>
        </dgm:presLayoutVars>
      </dgm:prSet>
      <dgm:spPr/>
    </dgm:pt>
    <dgm:pt modelId="{B5F60BA7-4283-4D23-BE92-2BEA9DD1B242}" type="pres">
      <dgm:prSet presAssocID="{2C7F8BFF-C7B5-47B5-85C2-D912E2C7CF7A}" presName="compNode" presStyleCnt="0"/>
      <dgm:spPr/>
    </dgm:pt>
    <dgm:pt modelId="{C877054E-5979-4AF3-A0CA-A9F75FCC46AE}" type="pres">
      <dgm:prSet presAssocID="{2C7F8BFF-C7B5-47B5-85C2-D912E2C7CF7A}" presName="bgRect" presStyleLbl="bgShp" presStyleIdx="0" presStyleCnt="2"/>
      <dgm:spPr>
        <a:solidFill>
          <a:schemeClr val="accent2">
            <a:lumMod val="60000"/>
            <a:lumOff val="40000"/>
          </a:schemeClr>
        </a:solidFill>
      </dgm:spPr>
    </dgm:pt>
    <dgm:pt modelId="{FD51662F-D0D6-4164-86D0-02912FC6B45B}" type="pres">
      <dgm:prSet presAssocID="{2C7F8BFF-C7B5-47B5-85C2-D912E2C7CF7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eur"/>
        </a:ext>
      </dgm:extLst>
    </dgm:pt>
    <dgm:pt modelId="{BC386E78-4590-4B8A-A074-B62B3F5DB77D}" type="pres">
      <dgm:prSet presAssocID="{2C7F8BFF-C7B5-47B5-85C2-D912E2C7CF7A}" presName="spaceRect" presStyleCnt="0"/>
      <dgm:spPr/>
    </dgm:pt>
    <dgm:pt modelId="{789DC958-090C-4594-B439-4DAE8218CE90}" type="pres">
      <dgm:prSet presAssocID="{2C7F8BFF-C7B5-47B5-85C2-D912E2C7CF7A}" presName="parTx" presStyleLbl="revTx" presStyleIdx="0" presStyleCnt="2">
        <dgm:presLayoutVars>
          <dgm:chMax val="0"/>
          <dgm:chPref val="0"/>
        </dgm:presLayoutVars>
      </dgm:prSet>
      <dgm:spPr/>
    </dgm:pt>
    <dgm:pt modelId="{E39E2E48-CB11-40FB-BDF1-9DBFA7C64A06}" type="pres">
      <dgm:prSet presAssocID="{D5EF3FF5-CDFB-4FC3-AF8B-AB14ECA03043}" presName="sibTrans" presStyleCnt="0"/>
      <dgm:spPr/>
    </dgm:pt>
    <dgm:pt modelId="{677731BE-0800-48CC-AE3B-A641C55B8482}" type="pres">
      <dgm:prSet presAssocID="{C9504E6E-C02D-4A72-B52E-FFF13E3339B2}" presName="compNode" presStyleCnt="0"/>
      <dgm:spPr/>
    </dgm:pt>
    <dgm:pt modelId="{2A18516A-3A3A-4F02-8B58-3004CD57A3CB}" type="pres">
      <dgm:prSet presAssocID="{C9504E6E-C02D-4A72-B52E-FFF13E3339B2}" presName="bgRect" presStyleLbl="bgShp" presStyleIdx="1" presStyleCnt="2"/>
      <dgm:spPr>
        <a:solidFill>
          <a:schemeClr val="accent2">
            <a:lumMod val="60000"/>
            <a:lumOff val="40000"/>
          </a:schemeClr>
        </a:solidFill>
      </dgm:spPr>
    </dgm:pt>
    <dgm:pt modelId="{130EB14A-163E-42C3-84A1-7C31459EF787}" type="pres">
      <dgm:prSet presAssocID="{C9504E6E-C02D-4A72-B52E-FFF13E3339B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ngrenages"/>
        </a:ext>
      </dgm:extLst>
    </dgm:pt>
    <dgm:pt modelId="{9B129C3A-F4AD-4BD6-8B3A-73EE56B52A86}" type="pres">
      <dgm:prSet presAssocID="{C9504E6E-C02D-4A72-B52E-FFF13E3339B2}" presName="spaceRect" presStyleCnt="0"/>
      <dgm:spPr/>
    </dgm:pt>
    <dgm:pt modelId="{66F21A54-8A81-47F0-B63C-11BD4635ED09}" type="pres">
      <dgm:prSet presAssocID="{C9504E6E-C02D-4A72-B52E-FFF13E3339B2}" presName="parTx" presStyleLbl="revTx" presStyleIdx="1" presStyleCnt="2">
        <dgm:presLayoutVars>
          <dgm:chMax val="0"/>
          <dgm:chPref val="0"/>
        </dgm:presLayoutVars>
      </dgm:prSet>
      <dgm:spPr/>
    </dgm:pt>
  </dgm:ptLst>
  <dgm:cxnLst>
    <dgm:cxn modelId="{86774502-530E-445E-860A-4D0DBC9E221F}" srcId="{B59D78A8-D979-47C5-9326-A2D6A887DFB3}" destId="{2C7F8BFF-C7B5-47B5-85C2-D912E2C7CF7A}" srcOrd="0" destOrd="0" parTransId="{5F6C68F6-A2A9-485D-87CE-6728E8A4C5CE}" sibTransId="{D5EF3FF5-CDFB-4FC3-AF8B-AB14ECA03043}"/>
    <dgm:cxn modelId="{DC8F124B-2E2E-49F9-8BE9-7843AE9A9BAE}" type="presOf" srcId="{C9504E6E-C02D-4A72-B52E-FFF13E3339B2}" destId="{66F21A54-8A81-47F0-B63C-11BD4635ED09}" srcOrd="0" destOrd="0" presId="urn:microsoft.com/office/officeart/2018/2/layout/IconVerticalSolidList"/>
    <dgm:cxn modelId="{BD95CF74-D00E-4224-BEC3-086CDBDAE9EE}" type="presOf" srcId="{B59D78A8-D979-47C5-9326-A2D6A887DFB3}" destId="{2D22F7A9-A702-49F3-895A-5130D3A2400C}" srcOrd="0" destOrd="0" presId="urn:microsoft.com/office/officeart/2018/2/layout/IconVerticalSolidList"/>
    <dgm:cxn modelId="{E6648BAF-63D5-47B0-BBAD-98222CA4288C}" srcId="{B59D78A8-D979-47C5-9326-A2D6A887DFB3}" destId="{C9504E6E-C02D-4A72-B52E-FFF13E3339B2}" srcOrd="1" destOrd="0" parTransId="{7BAF817A-A7E7-439A-8ACA-242BD4218D26}" sibTransId="{ACFE87A3-9262-484A-9DD1-28A00822C6D5}"/>
    <dgm:cxn modelId="{450C00B7-7039-4575-A90F-9FD01AD1833E}" type="presOf" srcId="{2C7F8BFF-C7B5-47B5-85C2-D912E2C7CF7A}" destId="{789DC958-090C-4594-B439-4DAE8218CE90}" srcOrd="0" destOrd="0" presId="urn:microsoft.com/office/officeart/2018/2/layout/IconVerticalSolidList"/>
    <dgm:cxn modelId="{AA1B5CF9-F394-4A93-824C-D39A9010C0BC}" type="presParOf" srcId="{2D22F7A9-A702-49F3-895A-5130D3A2400C}" destId="{B5F60BA7-4283-4D23-BE92-2BEA9DD1B242}" srcOrd="0" destOrd="0" presId="urn:microsoft.com/office/officeart/2018/2/layout/IconVerticalSolidList"/>
    <dgm:cxn modelId="{983C7C69-73AA-4C4F-BD71-FFF3E8F93750}" type="presParOf" srcId="{B5F60BA7-4283-4D23-BE92-2BEA9DD1B242}" destId="{C877054E-5979-4AF3-A0CA-A9F75FCC46AE}" srcOrd="0" destOrd="0" presId="urn:microsoft.com/office/officeart/2018/2/layout/IconVerticalSolidList"/>
    <dgm:cxn modelId="{9BD2AC74-5AD6-45C9-B565-8E273A990A25}" type="presParOf" srcId="{B5F60BA7-4283-4D23-BE92-2BEA9DD1B242}" destId="{FD51662F-D0D6-4164-86D0-02912FC6B45B}" srcOrd="1" destOrd="0" presId="urn:microsoft.com/office/officeart/2018/2/layout/IconVerticalSolidList"/>
    <dgm:cxn modelId="{2EBD0697-8A12-4FA9-A712-D6714E5A2741}" type="presParOf" srcId="{B5F60BA7-4283-4D23-BE92-2BEA9DD1B242}" destId="{BC386E78-4590-4B8A-A074-B62B3F5DB77D}" srcOrd="2" destOrd="0" presId="urn:microsoft.com/office/officeart/2018/2/layout/IconVerticalSolidList"/>
    <dgm:cxn modelId="{9B552C1D-60A6-4D2D-B05D-2A6CB8CB226F}" type="presParOf" srcId="{B5F60BA7-4283-4D23-BE92-2BEA9DD1B242}" destId="{789DC958-090C-4594-B439-4DAE8218CE90}" srcOrd="3" destOrd="0" presId="urn:microsoft.com/office/officeart/2018/2/layout/IconVerticalSolidList"/>
    <dgm:cxn modelId="{CFD45F42-DA5B-470C-AD77-B82E123BB4EA}" type="presParOf" srcId="{2D22F7A9-A702-49F3-895A-5130D3A2400C}" destId="{E39E2E48-CB11-40FB-BDF1-9DBFA7C64A06}" srcOrd="1" destOrd="0" presId="urn:microsoft.com/office/officeart/2018/2/layout/IconVerticalSolidList"/>
    <dgm:cxn modelId="{1205EA17-D40A-4045-B019-E9039C2564A9}" type="presParOf" srcId="{2D22F7A9-A702-49F3-895A-5130D3A2400C}" destId="{677731BE-0800-48CC-AE3B-A641C55B8482}" srcOrd="2" destOrd="0" presId="urn:microsoft.com/office/officeart/2018/2/layout/IconVerticalSolidList"/>
    <dgm:cxn modelId="{2D641254-7544-4721-8A46-910244733821}" type="presParOf" srcId="{677731BE-0800-48CC-AE3B-A641C55B8482}" destId="{2A18516A-3A3A-4F02-8B58-3004CD57A3CB}" srcOrd="0" destOrd="0" presId="urn:microsoft.com/office/officeart/2018/2/layout/IconVerticalSolidList"/>
    <dgm:cxn modelId="{A018DCD0-D270-4510-B0DA-787000BD5DEE}" type="presParOf" srcId="{677731BE-0800-48CC-AE3B-A641C55B8482}" destId="{130EB14A-163E-42C3-84A1-7C31459EF787}" srcOrd="1" destOrd="0" presId="urn:microsoft.com/office/officeart/2018/2/layout/IconVerticalSolidList"/>
    <dgm:cxn modelId="{A5803DEF-F54A-4B77-96F7-C8EDA5AF5705}" type="presParOf" srcId="{677731BE-0800-48CC-AE3B-A641C55B8482}" destId="{9B129C3A-F4AD-4BD6-8B3A-73EE56B52A86}" srcOrd="2" destOrd="0" presId="urn:microsoft.com/office/officeart/2018/2/layout/IconVerticalSolidList"/>
    <dgm:cxn modelId="{C92521E2-E674-4CB7-9F37-9951EF8E30F6}" type="presParOf" srcId="{677731BE-0800-48CC-AE3B-A641C55B8482}" destId="{66F21A54-8A81-47F0-B63C-11BD4635ED0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6F919F-A463-4A0F-931D-40F481A15774}">
      <dsp:nvSpPr>
        <dsp:cNvPr id="0" name=""/>
        <dsp:cNvSpPr/>
      </dsp:nvSpPr>
      <dsp:spPr>
        <a:xfrm>
          <a:off x="73293" y="346860"/>
          <a:ext cx="1505700" cy="15057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8CDD2F-C671-4796-B5E8-DF8842D2F967}">
      <dsp:nvSpPr>
        <dsp:cNvPr id="0" name=""/>
        <dsp:cNvSpPr/>
      </dsp:nvSpPr>
      <dsp:spPr>
        <a:xfrm>
          <a:off x="389490" y="663057"/>
          <a:ext cx="873306" cy="8733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4B6BB3-387B-478B-A72A-F158C4F53D28}">
      <dsp:nvSpPr>
        <dsp:cNvPr id="0" name=""/>
        <dsp:cNvSpPr/>
      </dsp:nvSpPr>
      <dsp:spPr>
        <a:xfrm>
          <a:off x="1901643" y="346860"/>
          <a:ext cx="3549150" cy="1505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i="0" kern="1200" dirty="0">
              <a:latin typeface="Open Sans" panose="020B0606030504020204" pitchFamily="34" charset="0"/>
              <a:ea typeface="Open Sans" panose="020B0606030504020204" pitchFamily="34" charset="0"/>
              <a:cs typeface="Open Sans" panose="020B0606030504020204" pitchFamily="34" charset="0"/>
            </a:rPr>
            <a:t>The next slides provide a short analysis of each of the layers, and they are in no particular order.</a:t>
          </a:r>
          <a:endParaRPr lang="en-US" sz="1600" kern="1200" dirty="0">
            <a:latin typeface="Open Sans" panose="020B0606030504020204" pitchFamily="34" charset="0"/>
            <a:ea typeface="Open Sans" panose="020B0606030504020204" pitchFamily="34" charset="0"/>
            <a:cs typeface="Open Sans" panose="020B0606030504020204" pitchFamily="34" charset="0"/>
          </a:endParaRPr>
        </a:p>
      </dsp:txBody>
      <dsp:txXfrm>
        <a:off x="1901643" y="346860"/>
        <a:ext cx="3549150" cy="1505700"/>
      </dsp:txXfrm>
    </dsp:sp>
    <dsp:sp modelId="{93D49AF9-70C5-49A7-BFC8-5863386F0F97}">
      <dsp:nvSpPr>
        <dsp:cNvPr id="0" name=""/>
        <dsp:cNvSpPr/>
      </dsp:nvSpPr>
      <dsp:spPr>
        <a:xfrm>
          <a:off x="6069206" y="346860"/>
          <a:ext cx="1505700" cy="15057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ADD774-1BEB-4596-8FC0-B10B9E478A92}">
      <dsp:nvSpPr>
        <dsp:cNvPr id="0" name=""/>
        <dsp:cNvSpPr/>
      </dsp:nvSpPr>
      <dsp:spPr>
        <a:xfrm>
          <a:off x="6385403" y="663057"/>
          <a:ext cx="873306" cy="8733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6443792-0909-49C6-9CEB-A9F511E6C1CF}">
      <dsp:nvSpPr>
        <dsp:cNvPr id="0" name=""/>
        <dsp:cNvSpPr/>
      </dsp:nvSpPr>
      <dsp:spPr>
        <a:xfrm>
          <a:off x="7897556" y="346860"/>
          <a:ext cx="3549150" cy="1505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i="0" kern="1200" dirty="0">
              <a:latin typeface="Open Sans" panose="020B0606030504020204" pitchFamily="34" charset="0"/>
              <a:ea typeface="Open Sans" panose="020B0606030504020204" pitchFamily="34" charset="0"/>
              <a:cs typeface="Open Sans" panose="020B0606030504020204" pitchFamily="34" charset="0"/>
            </a:rPr>
            <a:t>This is to be seen as some possible guidance in order to discuss with the vendors and see where they position themselves against the outlined elements</a:t>
          </a:r>
          <a:endParaRPr lang="en-US" sz="1600" kern="1200" dirty="0">
            <a:latin typeface="Open Sans" panose="020B0606030504020204" pitchFamily="34" charset="0"/>
            <a:ea typeface="Open Sans" panose="020B0606030504020204" pitchFamily="34" charset="0"/>
            <a:cs typeface="Open Sans" panose="020B0606030504020204" pitchFamily="34" charset="0"/>
          </a:endParaRPr>
        </a:p>
      </dsp:txBody>
      <dsp:txXfrm>
        <a:off x="7897556" y="346860"/>
        <a:ext cx="3549150" cy="1505700"/>
      </dsp:txXfrm>
    </dsp:sp>
    <dsp:sp modelId="{AAF6B53A-1FF2-40B2-BFD8-4CA7BF13A6C8}">
      <dsp:nvSpPr>
        <dsp:cNvPr id="0" name=""/>
        <dsp:cNvSpPr/>
      </dsp:nvSpPr>
      <dsp:spPr>
        <a:xfrm>
          <a:off x="73293" y="2611439"/>
          <a:ext cx="1505700" cy="15057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57F4D6-AFA6-4E46-A786-E38426BE2A4E}">
      <dsp:nvSpPr>
        <dsp:cNvPr id="0" name=""/>
        <dsp:cNvSpPr/>
      </dsp:nvSpPr>
      <dsp:spPr>
        <a:xfrm>
          <a:off x="389490" y="2927637"/>
          <a:ext cx="873306" cy="8733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DAD46E-F866-4E0E-8883-DBF9F7B285A2}">
      <dsp:nvSpPr>
        <dsp:cNvPr id="0" name=""/>
        <dsp:cNvSpPr/>
      </dsp:nvSpPr>
      <dsp:spPr>
        <a:xfrm>
          <a:off x="1901643" y="2611439"/>
          <a:ext cx="3549150" cy="1505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a:latin typeface="Open Sans" panose="020B0606030504020204" pitchFamily="34" charset="0"/>
              <a:ea typeface="Open Sans" panose="020B0606030504020204" pitchFamily="34" charset="0"/>
              <a:cs typeface="Open Sans" panose="020B0606030504020204" pitchFamily="34" charset="0"/>
            </a:rPr>
            <a:t>Not all the modularity / interchangeability and interoperability properties may be important or even pertinent in certain contexts and the right balance between cost, value &amp; risk must be found when pursuing these objectives.  </a:t>
          </a:r>
          <a:endParaRPr lang="en-US" sz="1600" kern="1200" dirty="0">
            <a:latin typeface="Open Sans" panose="020B0606030504020204" pitchFamily="34" charset="0"/>
            <a:ea typeface="Open Sans" panose="020B0606030504020204" pitchFamily="34" charset="0"/>
            <a:cs typeface="Open Sans" panose="020B0606030504020204" pitchFamily="34" charset="0"/>
          </a:endParaRPr>
        </a:p>
      </dsp:txBody>
      <dsp:txXfrm>
        <a:off x="1901643" y="2611439"/>
        <a:ext cx="3549150" cy="1505700"/>
      </dsp:txXfrm>
    </dsp:sp>
    <dsp:sp modelId="{DCB19FE4-4CE3-4B10-A37F-828D68532E0E}">
      <dsp:nvSpPr>
        <dsp:cNvPr id="0" name=""/>
        <dsp:cNvSpPr/>
      </dsp:nvSpPr>
      <dsp:spPr>
        <a:xfrm>
          <a:off x="6069206" y="2611439"/>
          <a:ext cx="1505700" cy="15057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CFAD9D-EBD1-490F-B137-3DDB43E31B7B}">
      <dsp:nvSpPr>
        <dsp:cNvPr id="0" name=""/>
        <dsp:cNvSpPr/>
      </dsp:nvSpPr>
      <dsp:spPr>
        <a:xfrm>
          <a:off x="6385403" y="2927637"/>
          <a:ext cx="873306" cy="8733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10B2EF-36D0-4082-8238-9C6D6664D98D}">
      <dsp:nvSpPr>
        <dsp:cNvPr id="0" name=""/>
        <dsp:cNvSpPr/>
      </dsp:nvSpPr>
      <dsp:spPr>
        <a:xfrm>
          <a:off x="7897556" y="2611439"/>
          <a:ext cx="3549150" cy="1505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Open Sans" panose="020B0606030504020204" pitchFamily="34" charset="0"/>
              <a:ea typeface="Open Sans" panose="020B0606030504020204" pitchFamily="34" charset="0"/>
              <a:cs typeface="Open Sans" panose="020B0606030504020204" pitchFamily="34" charset="0"/>
            </a:rPr>
            <a:t>It is not the purpose of the description here to be complete but a driver for further analysis. Any positive claim against any of the elements here need to be investigated in more detail if there is an important business value attached to it. To the contrary, a negative evaluation may not be an issue at all </a:t>
          </a:r>
        </a:p>
      </dsp:txBody>
      <dsp:txXfrm>
        <a:off x="7897556" y="2611439"/>
        <a:ext cx="3549150" cy="15057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162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347658"/>
        <a:ext cx="3434923" cy="498047"/>
      </dsp:txXfrm>
    </dsp:sp>
    <dsp:sp modelId="{E2969D76-BFC8-4674-A2D9-9DB1BEB895A6}">
      <dsp:nvSpPr>
        <dsp:cNvPr id="0" name=""/>
        <dsp:cNvSpPr/>
      </dsp:nvSpPr>
      <dsp:spPr>
        <a:xfrm>
          <a:off x="650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effectLst/>
              <a:latin typeface="Open Sans" panose="020B0606030504020204" pitchFamily="34" charset="0"/>
              <a:ea typeface="Open Sans" panose="020B0606030504020204" pitchFamily="34" charset="0"/>
              <a:cs typeface="Open Sans" panose="020B0606030504020204" pitchFamily="34" charset="0"/>
            </a:rPr>
            <a:t>in the presentation layer involves separating the user interface components, such as buttons, forms, and widgets, into self-contained modules. These modules can be easily reused across different parts of the application or even in other applications.</a:t>
          </a:r>
        </a:p>
        <a:p>
          <a:pPr marL="0" lvl="0" indent="0" algn="l" defTabSz="711200">
            <a:lnSpc>
              <a:spcPct val="100000"/>
            </a:lnSpc>
            <a:spcBef>
              <a:spcPct val="0"/>
            </a:spcBef>
            <a:spcAft>
              <a:spcPct val="35000"/>
            </a:spcAft>
            <a:buNone/>
          </a:pPr>
          <a:r>
            <a:rPr lang="en-US" sz="1600" b="0" i="0" kern="1200" noProof="0" dirty="0">
              <a:effectLst/>
              <a:latin typeface="Open Sans" panose="020B0606030504020204" pitchFamily="34" charset="0"/>
              <a:ea typeface="Open Sans" panose="020B0606030504020204" pitchFamily="34" charset="0"/>
              <a:cs typeface="Open Sans" panose="020B0606030504020204" pitchFamily="34" charset="0"/>
              <a:sym typeface="Wingdings" pitchFamily="2" charset="2"/>
            </a:rPr>
            <a:t> </a:t>
          </a:r>
          <a:r>
            <a:rPr lang="en-US" sz="1600" b="0" i="0" kern="1200" noProof="0" dirty="0">
              <a:effectLst/>
              <a:latin typeface="Open Sans" panose="020B0606030504020204" pitchFamily="34" charset="0"/>
              <a:ea typeface="Open Sans" panose="020B0606030504020204" pitchFamily="34" charset="0"/>
              <a:cs typeface="Open Sans" panose="020B0606030504020204" pitchFamily="34" charset="0"/>
            </a:rPr>
            <a:t>Separate UI components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932007"/>
        <a:ext cx="3434923" cy="2531992"/>
      </dsp:txXfrm>
    </dsp:sp>
    <dsp:sp modelId="{CE0521FD-6947-4480-BEB0-B15FB4BB35D3}">
      <dsp:nvSpPr>
        <dsp:cNvPr id="0" name=""/>
        <dsp:cNvSpPr/>
      </dsp:nvSpPr>
      <dsp:spPr>
        <a:xfrm>
          <a:off x="4042538" y="0"/>
          <a:ext cx="1202223" cy="1162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347658"/>
        <a:ext cx="3434923" cy="498047"/>
      </dsp:txXfrm>
    </dsp:sp>
    <dsp:sp modelId="{D8A3449B-36E3-4DB7-996D-BC7F0AFA2D4C}">
      <dsp:nvSpPr>
        <dsp:cNvPr id="0" name=""/>
        <dsp:cNvSpPr/>
      </dsp:nvSpPr>
      <dsp:spPr>
        <a:xfrm>
          <a:off x="4042538"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effectLst/>
              <a:latin typeface="Open Sans" panose="020B0606030504020204" pitchFamily="34" charset="0"/>
              <a:ea typeface="Open Sans" panose="020B0606030504020204" pitchFamily="34" charset="0"/>
              <a:cs typeface="Open Sans" panose="020B0606030504020204" pitchFamily="34" charset="0"/>
            </a:rPr>
            <a:t>The ability to interchange or replace specific user interface components without affecting the overall functionality is crucial to accommodate changes in design or technology.</a:t>
          </a:r>
        </a:p>
        <a:p>
          <a:pPr marL="0" lvl="0" indent="0" algn="l" defTabSz="711200">
            <a:lnSpc>
              <a:spcPct val="100000"/>
            </a:lnSpc>
            <a:spcBef>
              <a:spcPct val="0"/>
            </a:spcBef>
            <a:spcAft>
              <a:spcPct val="35000"/>
            </a:spcAft>
            <a:buNone/>
          </a:pPr>
          <a:r>
            <a:rPr lang="en-US" sz="1600" b="0" i="0" kern="1200" noProof="0" dirty="0">
              <a:effectLst/>
              <a:latin typeface="Open Sans" panose="020B0606030504020204" pitchFamily="34" charset="0"/>
              <a:ea typeface="Open Sans" panose="020B0606030504020204" pitchFamily="34" charset="0"/>
              <a:cs typeface="Open Sans" panose="020B0606030504020204" pitchFamily="34" charset="0"/>
              <a:sym typeface="Wingdings" pitchFamily="2" charset="2"/>
            </a:rPr>
            <a:t> Multiple device support</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932007"/>
        <a:ext cx="3434923" cy="2531992"/>
      </dsp:txXfrm>
    </dsp:sp>
    <dsp:sp modelId="{28022EE6-B306-4803-B7C5-9DA34BB2EF28}">
      <dsp:nvSpPr>
        <dsp:cNvPr id="0" name=""/>
        <dsp:cNvSpPr/>
      </dsp:nvSpPr>
      <dsp:spPr>
        <a:xfrm>
          <a:off x="8078573" y="0"/>
          <a:ext cx="1202223" cy="1162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347658"/>
        <a:ext cx="3434923" cy="498047"/>
      </dsp:txXfrm>
    </dsp:sp>
    <dsp:sp modelId="{A980CB93-8C67-4B21-BA0A-613281B29054}">
      <dsp:nvSpPr>
        <dsp:cNvPr id="0" name=""/>
        <dsp:cNvSpPr/>
      </dsp:nvSpPr>
      <dsp:spPr>
        <a:xfrm>
          <a:off x="807857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effectLst/>
              <a:latin typeface="Open Sans" panose="020B0606030504020204" pitchFamily="34" charset="0"/>
              <a:ea typeface="Open Sans" panose="020B0606030504020204" pitchFamily="34" charset="0"/>
              <a:cs typeface="Open Sans" panose="020B0606030504020204" pitchFamily="34" charset="0"/>
            </a:rPr>
            <a:t>The presentation layer should be designed to be compatible with various devices, browsers, and operating systems, ensuring that the user interface functions consistently across different platforms. </a:t>
          </a:r>
        </a:p>
        <a:p>
          <a:pPr marL="0" lvl="0" indent="0" algn="l" defTabSz="711200">
            <a:lnSpc>
              <a:spcPct val="100000"/>
            </a:lnSpc>
            <a:spcBef>
              <a:spcPct val="0"/>
            </a:spcBef>
            <a:spcAft>
              <a:spcPct val="35000"/>
            </a:spcAft>
            <a:buNone/>
          </a:pPr>
          <a:r>
            <a:rPr lang="en-US" sz="1600" b="0" i="0" kern="1200" noProof="0" dirty="0">
              <a:effectLst/>
              <a:latin typeface="Open Sans" panose="020B0606030504020204" pitchFamily="34" charset="0"/>
              <a:ea typeface="Open Sans" panose="020B0606030504020204" pitchFamily="34" charset="0"/>
              <a:cs typeface="Open Sans" panose="020B0606030504020204" pitchFamily="34" charset="0"/>
              <a:sym typeface="Wingdings" pitchFamily="2" charset="2"/>
            </a:rPr>
            <a:t> Replaceable UI components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932007"/>
        <a:ext cx="3434923" cy="25319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162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347658"/>
        <a:ext cx="3434923" cy="498047"/>
      </dsp:txXfrm>
    </dsp:sp>
    <dsp:sp modelId="{E2969D76-BFC8-4674-A2D9-9DB1BEB895A6}">
      <dsp:nvSpPr>
        <dsp:cNvPr id="0" name=""/>
        <dsp:cNvSpPr/>
      </dsp:nvSpPr>
      <dsp:spPr>
        <a:xfrm>
          <a:off x="650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application layer's modularity lies in breaking down the business logic into discrete modules, each responsible for specific functions or processes. Modular design allows for easier testing, maintenance, and updates to individual business logic components.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Discrete Business Logic</a:t>
          </a:r>
          <a:endParaRPr lang="en-US" sz="1600" b="0" i="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932007"/>
        <a:ext cx="3434923" cy="2531992"/>
      </dsp:txXfrm>
    </dsp:sp>
    <dsp:sp modelId="{CE0521FD-6947-4480-BEB0-B15FB4BB35D3}">
      <dsp:nvSpPr>
        <dsp:cNvPr id="0" name=""/>
        <dsp:cNvSpPr/>
      </dsp:nvSpPr>
      <dsp:spPr>
        <a:xfrm>
          <a:off x="4042538" y="0"/>
          <a:ext cx="1202223" cy="1162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347658"/>
        <a:ext cx="3434923" cy="498047"/>
      </dsp:txXfrm>
    </dsp:sp>
    <dsp:sp modelId="{D8A3449B-36E3-4DB7-996D-BC7F0AFA2D4C}">
      <dsp:nvSpPr>
        <dsp:cNvPr id="0" name=""/>
        <dsp:cNvSpPr/>
      </dsp:nvSpPr>
      <dsp:spPr>
        <a:xfrm>
          <a:off x="4042538"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Business logic components should be designed to work seamlessly with different modules and services within the application layer, as well as with external systems through standardized interfaces.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Integration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with</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others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932007"/>
        <a:ext cx="3434923" cy="2531992"/>
      </dsp:txXfrm>
    </dsp:sp>
    <dsp:sp modelId="{28022EE6-B306-4803-B7C5-9DA34BB2EF28}">
      <dsp:nvSpPr>
        <dsp:cNvPr id="0" name=""/>
        <dsp:cNvSpPr/>
      </dsp:nvSpPr>
      <dsp:spPr>
        <a:xfrm>
          <a:off x="8078573" y="0"/>
          <a:ext cx="1202223" cy="1162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347658"/>
        <a:ext cx="3434923" cy="498047"/>
      </dsp:txXfrm>
    </dsp:sp>
    <dsp:sp modelId="{A980CB93-8C67-4B21-BA0A-613281B29054}">
      <dsp:nvSpPr>
        <dsp:cNvPr id="0" name=""/>
        <dsp:cNvSpPr/>
      </dsp:nvSpPr>
      <dsp:spPr>
        <a:xfrm>
          <a:off x="807857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business logic modules should be interchangeable, allowing for easy updates or replacements without causing disruptions to other parts of the application.</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Modules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932007"/>
        <a:ext cx="3434923" cy="25319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162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347658"/>
        <a:ext cx="3434923" cy="498047"/>
      </dsp:txXfrm>
    </dsp:sp>
    <dsp:sp modelId="{E2969D76-BFC8-4674-A2D9-9DB1BEB895A6}">
      <dsp:nvSpPr>
        <dsp:cNvPr id="0" name=""/>
        <dsp:cNvSpPr/>
      </dsp:nvSpPr>
      <dsp:spPr>
        <a:xfrm>
          <a:off x="650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In the data layer, modularity entails organizing data storage into separate modules or databases. Each module may store specific types of data, and the data models should be designed in a way that enables seamless integration and retrieval.</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Organized data storage </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932007"/>
        <a:ext cx="3434923" cy="2531992"/>
      </dsp:txXfrm>
    </dsp:sp>
    <dsp:sp modelId="{CE0521FD-6947-4480-BEB0-B15FB4BB35D3}">
      <dsp:nvSpPr>
        <dsp:cNvPr id="0" name=""/>
        <dsp:cNvSpPr/>
      </dsp:nvSpPr>
      <dsp:spPr>
        <a:xfrm>
          <a:off x="4042538" y="0"/>
          <a:ext cx="1202223" cy="1162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347658"/>
        <a:ext cx="3434923" cy="498047"/>
      </dsp:txXfrm>
    </dsp:sp>
    <dsp:sp modelId="{D8A3449B-36E3-4DB7-996D-BC7F0AFA2D4C}">
      <dsp:nvSpPr>
        <dsp:cNvPr id="0" name=""/>
        <dsp:cNvSpPr/>
      </dsp:nvSpPr>
      <dsp:spPr>
        <a:xfrm>
          <a:off x="4042538"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Data storage systems should support standard data formats and protocols to enable data exchange between different modules, applications, and systems.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Support diverse formats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932007"/>
        <a:ext cx="3434923" cy="2531992"/>
      </dsp:txXfrm>
    </dsp:sp>
    <dsp:sp modelId="{28022EE6-B306-4803-B7C5-9DA34BB2EF28}">
      <dsp:nvSpPr>
        <dsp:cNvPr id="0" name=""/>
        <dsp:cNvSpPr/>
      </dsp:nvSpPr>
      <dsp:spPr>
        <a:xfrm>
          <a:off x="8078573" y="0"/>
          <a:ext cx="1202223" cy="1162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347658"/>
        <a:ext cx="3434923" cy="498047"/>
      </dsp:txXfrm>
    </dsp:sp>
    <dsp:sp modelId="{A980CB93-8C67-4B21-BA0A-613281B29054}">
      <dsp:nvSpPr>
        <dsp:cNvPr id="0" name=""/>
        <dsp:cNvSpPr/>
      </dsp:nvSpPr>
      <dsp:spPr>
        <a:xfrm>
          <a:off x="807857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data layer should allow for the interchangeable use of different database technologies or storage solutions without affecting data access and retrieval processes.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Storage</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932007"/>
        <a:ext cx="3434923" cy="25319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0405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206739"/>
          <a:ext cx="3434923" cy="445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100000"/>
            </a:lnSpc>
            <a:spcBef>
              <a:spcPct val="0"/>
            </a:spcBef>
            <a:spcAft>
              <a:spcPct val="35000"/>
            </a:spcAft>
            <a:buNone/>
            <a:defRPr b="1"/>
          </a:pPr>
          <a:r>
            <a:rPr lang="en-US" sz="25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206739"/>
        <a:ext cx="3434923" cy="445968"/>
      </dsp:txXfrm>
    </dsp:sp>
    <dsp:sp modelId="{E2969D76-BFC8-4674-A2D9-9DB1BEB895A6}">
      <dsp:nvSpPr>
        <dsp:cNvPr id="0" name=""/>
        <dsp:cNvSpPr/>
      </dsp:nvSpPr>
      <dsp:spPr>
        <a:xfrm>
          <a:off x="6503" y="1729985"/>
          <a:ext cx="3434923" cy="2734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Modularity in the integration layer involves encapsulating integration logic into modules or services. These modules can handle specific data transformations, message formats, or communication protocols, making it easier to modify or extend integration capabilities.</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Encapsulated integration logic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in</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modules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729985"/>
        <a:ext cx="3434923" cy="2734014"/>
      </dsp:txXfrm>
    </dsp:sp>
    <dsp:sp modelId="{CE0521FD-6947-4480-BEB0-B15FB4BB35D3}">
      <dsp:nvSpPr>
        <dsp:cNvPr id="0" name=""/>
        <dsp:cNvSpPr/>
      </dsp:nvSpPr>
      <dsp:spPr>
        <a:xfrm>
          <a:off x="4042538" y="0"/>
          <a:ext cx="1202223" cy="10405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206739"/>
          <a:ext cx="3434923" cy="445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100000"/>
            </a:lnSpc>
            <a:spcBef>
              <a:spcPct val="0"/>
            </a:spcBef>
            <a:spcAft>
              <a:spcPct val="35000"/>
            </a:spcAft>
            <a:buNone/>
            <a:defRPr b="1"/>
          </a:pPr>
          <a:r>
            <a:rPr lang="en-US" sz="25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206739"/>
        <a:ext cx="3434923" cy="445968"/>
      </dsp:txXfrm>
    </dsp:sp>
    <dsp:sp modelId="{D8A3449B-36E3-4DB7-996D-BC7F0AFA2D4C}">
      <dsp:nvSpPr>
        <dsp:cNvPr id="0" name=""/>
        <dsp:cNvSpPr/>
      </dsp:nvSpPr>
      <dsp:spPr>
        <a:xfrm>
          <a:off x="4042538" y="1729985"/>
          <a:ext cx="3434923" cy="2734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integration layer requires robust support for different communication protocols, data formats, and message exchanges to facilitate smooth interactions between various components and external systems.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Interact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with external </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systems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729985"/>
        <a:ext cx="3434923" cy="2734014"/>
      </dsp:txXfrm>
    </dsp:sp>
    <dsp:sp modelId="{28022EE6-B306-4803-B7C5-9DA34BB2EF28}">
      <dsp:nvSpPr>
        <dsp:cNvPr id="0" name=""/>
        <dsp:cNvSpPr/>
      </dsp:nvSpPr>
      <dsp:spPr>
        <a:xfrm>
          <a:off x="8078573" y="0"/>
          <a:ext cx="1202223" cy="10405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206739"/>
          <a:ext cx="3434923" cy="445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100000"/>
            </a:lnSpc>
            <a:spcBef>
              <a:spcPct val="0"/>
            </a:spcBef>
            <a:spcAft>
              <a:spcPct val="35000"/>
            </a:spcAft>
            <a:buNone/>
            <a:defRPr b="1"/>
          </a:pPr>
          <a:r>
            <a:rPr lang="en-US" sz="25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206739"/>
        <a:ext cx="3434923" cy="445968"/>
      </dsp:txXfrm>
    </dsp:sp>
    <dsp:sp modelId="{A980CB93-8C67-4B21-BA0A-613281B29054}">
      <dsp:nvSpPr>
        <dsp:cNvPr id="0" name=""/>
        <dsp:cNvSpPr/>
      </dsp:nvSpPr>
      <dsp:spPr>
        <a:xfrm>
          <a:off x="8078573" y="1729985"/>
          <a:ext cx="3434923" cy="2734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Interchangeable integration components or adapters enable the system to adapt to changes in external systems or communication methods with minimal disruptions.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t>
          </a:r>
          <a:r>
            <a:rPr lang="en-US" sz="1600" b="0" i="0" kern="1200" dirty="0">
              <a:latin typeface="Open Sans" panose="020B0606030504020204" pitchFamily="34" charset="0"/>
              <a:ea typeface="Open Sans" panose="020B0606030504020204" pitchFamily="34" charset="0"/>
              <a:cs typeface="Open Sans" panose="020B0606030504020204" pitchFamily="34" charset="0"/>
            </a:rPr>
            <a:t>Interchangeable adapters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729985"/>
        <a:ext cx="3434923" cy="27340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0894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263355"/>
          <a:ext cx="3434923" cy="466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100000"/>
            </a:lnSpc>
            <a:spcBef>
              <a:spcPct val="0"/>
            </a:spcBef>
            <a:spcAft>
              <a:spcPct val="35000"/>
            </a:spcAft>
            <a:buNone/>
            <a:defRPr b="1"/>
          </a:pPr>
          <a:r>
            <a:rPr lang="en-US" sz="26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263355"/>
        <a:ext cx="3434923" cy="466892"/>
      </dsp:txXfrm>
    </dsp:sp>
    <dsp:sp modelId="{E2969D76-BFC8-4674-A2D9-9DB1BEB895A6}">
      <dsp:nvSpPr>
        <dsp:cNvPr id="0" name=""/>
        <dsp:cNvSpPr/>
      </dsp:nvSpPr>
      <dsp:spPr>
        <a:xfrm>
          <a:off x="6503" y="1811150"/>
          <a:ext cx="3434923" cy="2652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security layer's modularity involves separating different security mechanisms into individual modules. For example, authentication and authorization can be handled by separate modules, allowing the system to adopt new authentication methods independently.</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Segregated security measures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811150"/>
        <a:ext cx="3434923" cy="2652849"/>
      </dsp:txXfrm>
    </dsp:sp>
    <dsp:sp modelId="{CE0521FD-6947-4480-BEB0-B15FB4BB35D3}">
      <dsp:nvSpPr>
        <dsp:cNvPr id="0" name=""/>
        <dsp:cNvSpPr/>
      </dsp:nvSpPr>
      <dsp:spPr>
        <a:xfrm>
          <a:off x="4042538" y="0"/>
          <a:ext cx="1202223" cy="10894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263355"/>
          <a:ext cx="3434923" cy="466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100000"/>
            </a:lnSpc>
            <a:spcBef>
              <a:spcPct val="0"/>
            </a:spcBef>
            <a:spcAft>
              <a:spcPct val="35000"/>
            </a:spcAft>
            <a:buNone/>
            <a:defRPr b="1"/>
          </a:pPr>
          <a:r>
            <a:rPr lang="en-US" sz="26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263355"/>
        <a:ext cx="3434923" cy="466892"/>
      </dsp:txXfrm>
    </dsp:sp>
    <dsp:sp modelId="{D8A3449B-36E3-4DB7-996D-BC7F0AFA2D4C}">
      <dsp:nvSpPr>
        <dsp:cNvPr id="0" name=""/>
        <dsp:cNvSpPr/>
      </dsp:nvSpPr>
      <dsp:spPr>
        <a:xfrm>
          <a:off x="4042538" y="1811150"/>
          <a:ext cx="3434923" cy="2652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Security mechanisms must be compatible with various authentication methods, encryption standards, and authorization protocols to ensure seamless collaboration with external systems.</a:t>
          </a:r>
        </a:p>
        <a:p>
          <a:pPr marL="266700" lvl="0" indent="-266700" algn="l" defTabSz="711200">
            <a:lnSpc>
              <a:spcPct val="100000"/>
            </a:lnSpc>
            <a:spcBef>
              <a:spcPct val="0"/>
            </a:spcBef>
            <a:spcAft>
              <a:spcPct val="35000"/>
            </a:spcAft>
            <a:buFont typeface="Arial" panose="020B0604020202020204" pitchFamily="34" charset="0"/>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Support multiple authentication methods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811150"/>
        <a:ext cx="3434923" cy="2652849"/>
      </dsp:txXfrm>
    </dsp:sp>
    <dsp:sp modelId="{28022EE6-B306-4803-B7C5-9DA34BB2EF28}">
      <dsp:nvSpPr>
        <dsp:cNvPr id="0" name=""/>
        <dsp:cNvSpPr/>
      </dsp:nvSpPr>
      <dsp:spPr>
        <a:xfrm>
          <a:off x="8078573" y="0"/>
          <a:ext cx="1202223" cy="10894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263355"/>
          <a:ext cx="3434923" cy="466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100000"/>
            </a:lnSpc>
            <a:spcBef>
              <a:spcPct val="0"/>
            </a:spcBef>
            <a:spcAft>
              <a:spcPct val="35000"/>
            </a:spcAft>
            <a:buNone/>
            <a:defRPr b="1"/>
          </a:pPr>
          <a:r>
            <a:rPr lang="en-US" sz="26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263355"/>
        <a:ext cx="3434923" cy="466892"/>
      </dsp:txXfrm>
    </dsp:sp>
    <dsp:sp modelId="{A980CB93-8C67-4B21-BA0A-613281B29054}">
      <dsp:nvSpPr>
        <dsp:cNvPr id="0" name=""/>
        <dsp:cNvSpPr/>
      </dsp:nvSpPr>
      <dsp:spPr>
        <a:xfrm>
          <a:off x="8078573" y="1811150"/>
          <a:ext cx="3434923" cy="2652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ability to interchange security components enables the system to adopt new security measures or adapt to evolving threats without affecting overall system functionality.</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security components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811150"/>
        <a:ext cx="3434923" cy="26528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0894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263355"/>
          <a:ext cx="3434923" cy="466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100000"/>
            </a:lnSpc>
            <a:spcBef>
              <a:spcPct val="0"/>
            </a:spcBef>
            <a:spcAft>
              <a:spcPct val="35000"/>
            </a:spcAft>
            <a:buNone/>
            <a:defRPr b="1"/>
          </a:pPr>
          <a:r>
            <a:rPr lang="en-US" sz="26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263355"/>
        <a:ext cx="3434923" cy="466892"/>
      </dsp:txXfrm>
    </dsp:sp>
    <dsp:sp modelId="{E2969D76-BFC8-4674-A2D9-9DB1BEB895A6}">
      <dsp:nvSpPr>
        <dsp:cNvPr id="0" name=""/>
        <dsp:cNvSpPr/>
      </dsp:nvSpPr>
      <dsp:spPr>
        <a:xfrm>
          <a:off x="6503" y="1811150"/>
          <a:ext cx="3434923" cy="2652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Modularity in the infrastructure layer focuses on organizing hardware components and network services into modular units. Virtualization and containerization technologies also contribute to modularity, enabling the deployment of discrete units of infrastructure. </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Modular Hardware and Networks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811150"/>
        <a:ext cx="3434923" cy="2652849"/>
      </dsp:txXfrm>
    </dsp:sp>
    <dsp:sp modelId="{CE0521FD-6947-4480-BEB0-B15FB4BB35D3}">
      <dsp:nvSpPr>
        <dsp:cNvPr id="0" name=""/>
        <dsp:cNvSpPr/>
      </dsp:nvSpPr>
      <dsp:spPr>
        <a:xfrm>
          <a:off x="4042538" y="0"/>
          <a:ext cx="1202223" cy="10894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263355"/>
          <a:ext cx="3434923" cy="466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100000"/>
            </a:lnSpc>
            <a:spcBef>
              <a:spcPct val="0"/>
            </a:spcBef>
            <a:spcAft>
              <a:spcPct val="35000"/>
            </a:spcAft>
            <a:buNone/>
            <a:defRPr b="1"/>
          </a:pPr>
          <a:r>
            <a:rPr lang="en-US" sz="26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263355"/>
        <a:ext cx="3434923" cy="466892"/>
      </dsp:txXfrm>
    </dsp:sp>
    <dsp:sp modelId="{D8A3449B-36E3-4DB7-996D-BC7F0AFA2D4C}">
      <dsp:nvSpPr>
        <dsp:cNvPr id="0" name=""/>
        <dsp:cNvSpPr/>
      </dsp:nvSpPr>
      <dsp:spPr>
        <a:xfrm>
          <a:off x="4042538" y="1811150"/>
          <a:ext cx="3434923" cy="2652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infrastructure layer should support interoperability between different hardware components, networking technologies, and cloud services to build a cohesive and flexible environment.</a:t>
          </a:r>
        </a:p>
        <a:p>
          <a:pPr marL="223838" lvl="0" indent="-215900"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Interact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with</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various infra-structure elements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811150"/>
        <a:ext cx="3434923" cy="2652849"/>
      </dsp:txXfrm>
    </dsp:sp>
    <dsp:sp modelId="{28022EE6-B306-4803-B7C5-9DA34BB2EF28}">
      <dsp:nvSpPr>
        <dsp:cNvPr id="0" name=""/>
        <dsp:cNvSpPr/>
      </dsp:nvSpPr>
      <dsp:spPr>
        <a:xfrm>
          <a:off x="8078573" y="0"/>
          <a:ext cx="1202223" cy="10894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263355"/>
          <a:ext cx="3434923" cy="466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100000"/>
            </a:lnSpc>
            <a:spcBef>
              <a:spcPct val="0"/>
            </a:spcBef>
            <a:spcAft>
              <a:spcPct val="35000"/>
            </a:spcAft>
            <a:buNone/>
            <a:defRPr b="1"/>
          </a:pPr>
          <a:r>
            <a:rPr lang="en-US" sz="26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263355"/>
        <a:ext cx="3434923" cy="466892"/>
      </dsp:txXfrm>
    </dsp:sp>
    <dsp:sp modelId="{A980CB93-8C67-4B21-BA0A-613281B29054}">
      <dsp:nvSpPr>
        <dsp:cNvPr id="0" name=""/>
        <dsp:cNvSpPr/>
      </dsp:nvSpPr>
      <dsp:spPr>
        <a:xfrm>
          <a:off x="8078573" y="1811150"/>
          <a:ext cx="3434923" cy="2652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ability to interchange hardware components or adopt cloud-based infrastructure allows the system to scale and adapt to changing performance and resource requirements.</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hardware components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811150"/>
        <a:ext cx="3434923" cy="265284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162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347658"/>
        <a:ext cx="3434923" cy="498047"/>
      </dsp:txXfrm>
    </dsp:sp>
    <dsp:sp modelId="{E2969D76-BFC8-4674-A2D9-9DB1BEB895A6}">
      <dsp:nvSpPr>
        <dsp:cNvPr id="0" name=""/>
        <dsp:cNvSpPr/>
      </dsp:nvSpPr>
      <dsp:spPr>
        <a:xfrm>
          <a:off x="650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Modularity in the middleware layer revolves around creating reusable middleware components that can be easily integrated with different applications. These components help in decoupling applications from specific communication protocols or data formats.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Separate middleware services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932007"/>
        <a:ext cx="3434923" cy="2531992"/>
      </dsp:txXfrm>
    </dsp:sp>
    <dsp:sp modelId="{CE0521FD-6947-4480-BEB0-B15FB4BB35D3}">
      <dsp:nvSpPr>
        <dsp:cNvPr id="0" name=""/>
        <dsp:cNvSpPr/>
      </dsp:nvSpPr>
      <dsp:spPr>
        <a:xfrm>
          <a:off x="4042538" y="0"/>
          <a:ext cx="1202223" cy="1162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347658"/>
        <a:ext cx="3434923" cy="498047"/>
      </dsp:txXfrm>
    </dsp:sp>
    <dsp:sp modelId="{D8A3449B-36E3-4DB7-996D-BC7F0AFA2D4C}">
      <dsp:nvSpPr>
        <dsp:cNvPr id="0" name=""/>
        <dsp:cNvSpPr/>
      </dsp:nvSpPr>
      <dsp:spPr>
        <a:xfrm>
          <a:off x="4042538"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Middleware components should support standard interfaces and communication protocols to facilitate seamless interactions between applications and services.</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Support standard communication protocols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932007"/>
        <a:ext cx="3434923" cy="2531992"/>
      </dsp:txXfrm>
    </dsp:sp>
    <dsp:sp modelId="{28022EE6-B306-4803-B7C5-9DA34BB2EF28}">
      <dsp:nvSpPr>
        <dsp:cNvPr id="0" name=""/>
        <dsp:cNvSpPr/>
      </dsp:nvSpPr>
      <dsp:spPr>
        <a:xfrm>
          <a:off x="8078573" y="0"/>
          <a:ext cx="1202223" cy="1162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347658"/>
        <a:ext cx="3434923" cy="498047"/>
      </dsp:txXfrm>
    </dsp:sp>
    <dsp:sp modelId="{A980CB93-8C67-4B21-BA0A-613281B29054}">
      <dsp:nvSpPr>
        <dsp:cNvPr id="0" name=""/>
        <dsp:cNvSpPr/>
      </dsp:nvSpPr>
      <dsp:spPr>
        <a:xfrm>
          <a:off x="807857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Interchangeable middleware modules enable the system to accommodate new middleware technologies or update existing ones without significant modifications to applications.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modules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932007"/>
        <a:ext cx="3434923" cy="253199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162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347658"/>
        <a:ext cx="3434923" cy="498047"/>
      </dsp:txXfrm>
    </dsp:sp>
    <dsp:sp modelId="{E2969D76-BFC8-4674-A2D9-9DB1BEB895A6}">
      <dsp:nvSpPr>
        <dsp:cNvPr id="0" name=""/>
        <dsp:cNvSpPr/>
      </dsp:nvSpPr>
      <dsp:spPr>
        <a:xfrm>
          <a:off x="650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Modularity in the analytics layer involves breaking down data analysis and reporting processes into modular components. Each module can handle specific analytical tasks, making it easier to modify or add new analytical capabilities.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Segregated analytical tasks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932007"/>
        <a:ext cx="3434923" cy="2531992"/>
      </dsp:txXfrm>
    </dsp:sp>
    <dsp:sp modelId="{CE0521FD-6947-4480-BEB0-B15FB4BB35D3}">
      <dsp:nvSpPr>
        <dsp:cNvPr id="0" name=""/>
        <dsp:cNvSpPr/>
      </dsp:nvSpPr>
      <dsp:spPr>
        <a:xfrm>
          <a:off x="4042538" y="0"/>
          <a:ext cx="1202223" cy="1162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347658"/>
        <a:ext cx="3434923" cy="498047"/>
      </dsp:txXfrm>
    </dsp:sp>
    <dsp:sp modelId="{D8A3449B-36E3-4DB7-996D-BC7F0AFA2D4C}">
      <dsp:nvSpPr>
        <dsp:cNvPr id="0" name=""/>
        <dsp:cNvSpPr/>
      </dsp:nvSpPr>
      <dsp:spPr>
        <a:xfrm>
          <a:off x="4042538"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Analytics tools and components should be able to ingest and process data from various sources, supporting diverse data formats and integration with other layers.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Integrate data sources</a:t>
          </a:r>
          <a:endParaRPr lang="en-US" sz="1600" b="0" i="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932007"/>
        <a:ext cx="3434923" cy="2531992"/>
      </dsp:txXfrm>
    </dsp:sp>
    <dsp:sp modelId="{28022EE6-B306-4803-B7C5-9DA34BB2EF28}">
      <dsp:nvSpPr>
        <dsp:cNvPr id="0" name=""/>
        <dsp:cNvSpPr/>
      </dsp:nvSpPr>
      <dsp:spPr>
        <a:xfrm>
          <a:off x="8078573" y="0"/>
          <a:ext cx="1202223" cy="1162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347658"/>
        <a:ext cx="3434923" cy="498047"/>
      </dsp:txXfrm>
    </dsp:sp>
    <dsp:sp modelId="{A980CB93-8C67-4B21-BA0A-613281B29054}">
      <dsp:nvSpPr>
        <dsp:cNvPr id="0" name=""/>
        <dsp:cNvSpPr/>
      </dsp:nvSpPr>
      <dsp:spPr>
        <a:xfrm>
          <a:off x="807857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Interchangeable analytical components allow the system to upgrade or switch to different analytics tools without compromising the overall data analysis process.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tools </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932007"/>
        <a:ext cx="3434923" cy="253199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162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347658"/>
        <a:ext cx="3434923" cy="498047"/>
      </dsp:txXfrm>
    </dsp:sp>
    <dsp:sp modelId="{E2969D76-BFC8-4674-A2D9-9DB1BEB895A6}">
      <dsp:nvSpPr>
        <dsp:cNvPr id="0" name=""/>
        <dsp:cNvSpPr/>
      </dsp:nvSpPr>
      <dsp:spPr>
        <a:xfrm>
          <a:off x="650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In this layer, modularity means providing separate modules or tools for monitoring different aspects of the information system. These modules may focus on server performance, network health, or application-specific metrics.</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Independent monitoring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and</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management components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932007"/>
        <a:ext cx="3434923" cy="2531992"/>
      </dsp:txXfrm>
    </dsp:sp>
    <dsp:sp modelId="{CE0521FD-6947-4480-BEB0-B15FB4BB35D3}">
      <dsp:nvSpPr>
        <dsp:cNvPr id="0" name=""/>
        <dsp:cNvSpPr/>
      </dsp:nvSpPr>
      <dsp:spPr>
        <a:xfrm>
          <a:off x="4042538" y="0"/>
          <a:ext cx="1202223" cy="1162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347658"/>
        <a:ext cx="3434923" cy="498047"/>
      </dsp:txXfrm>
    </dsp:sp>
    <dsp:sp modelId="{D8A3449B-36E3-4DB7-996D-BC7F0AFA2D4C}">
      <dsp:nvSpPr>
        <dsp:cNvPr id="0" name=""/>
        <dsp:cNvSpPr/>
      </dsp:nvSpPr>
      <dsp:spPr>
        <a:xfrm>
          <a:off x="4042538"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Monitoring and management tools should be interoperable with various operating systems, application frameworks, and infrastructure components for comprehensive system oversight.</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Monitor diverse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system</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aspects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932007"/>
        <a:ext cx="3434923" cy="2531992"/>
      </dsp:txXfrm>
    </dsp:sp>
    <dsp:sp modelId="{28022EE6-B306-4803-B7C5-9DA34BB2EF28}">
      <dsp:nvSpPr>
        <dsp:cNvPr id="0" name=""/>
        <dsp:cNvSpPr/>
      </dsp:nvSpPr>
      <dsp:spPr>
        <a:xfrm>
          <a:off x="8078573" y="0"/>
          <a:ext cx="1202223" cy="1162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347658"/>
        <a:ext cx="3434923" cy="498047"/>
      </dsp:txXfrm>
    </dsp:sp>
    <dsp:sp modelId="{A980CB93-8C67-4B21-BA0A-613281B29054}">
      <dsp:nvSpPr>
        <dsp:cNvPr id="0" name=""/>
        <dsp:cNvSpPr/>
      </dsp:nvSpPr>
      <dsp:spPr>
        <a:xfrm>
          <a:off x="807857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ability to interchange monitoring and management tools ensures adaptability to changing system requirements and preferences of administrators.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tools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932007"/>
        <a:ext cx="3434923" cy="253199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162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347658"/>
        <a:ext cx="3434923" cy="498047"/>
      </dsp:txXfrm>
    </dsp:sp>
    <dsp:sp modelId="{E2969D76-BFC8-4674-A2D9-9DB1BEB895A6}">
      <dsp:nvSpPr>
        <dsp:cNvPr id="0" name=""/>
        <dsp:cNvSpPr/>
      </dsp:nvSpPr>
      <dsp:spPr>
        <a:xfrm>
          <a:off x="650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Modularity in this layer involves organizing compliance and governance processes into distinct modules. Each module can address specific regulations or standards, ensuring compliance can be managed separately.</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Independent compliance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and</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governance modules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932007"/>
        <a:ext cx="3434923" cy="2531992"/>
      </dsp:txXfrm>
    </dsp:sp>
    <dsp:sp modelId="{CE0521FD-6947-4480-BEB0-B15FB4BB35D3}">
      <dsp:nvSpPr>
        <dsp:cNvPr id="0" name=""/>
        <dsp:cNvSpPr/>
      </dsp:nvSpPr>
      <dsp:spPr>
        <a:xfrm>
          <a:off x="4042538" y="0"/>
          <a:ext cx="1202223" cy="1162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347658"/>
        <a:ext cx="3434923" cy="498047"/>
      </dsp:txXfrm>
    </dsp:sp>
    <dsp:sp modelId="{D8A3449B-36E3-4DB7-996D-BC7F0AFA2D4C}">
      <dsp:nvSpPr>
        <dsp:cNvPr id="0" name=""/>
        <dsp:cNvSpPr/>
      </dsp:nvSpPr>
      <dsp:spPr>
        <a:xfrm>
          <a:off x="4042538"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Compliance and governance modules should be compatible with industry standards, regulations, and auditing frameworks for seamless adherence to policies.</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Adhere to industry regulations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and</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standards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932007"/>
        <a:ext cx="3434923" cy="2531992"/>
      </dsp:txXfrm>
    </dsp:sp>
    <dsp:sp modelId="{28022EE6-B306-4803-B7C5-9DA34BB2EF28}">
      <dsp:nvSpPr>
        <dsp:cNvPr id="0" name=""/>
        <dsp:cNvSpPr/>
      </dsp:nvSpPr>
      <dsp:spPr>
        <a:xfrm>
          <a:off x="8078573" y="0"/>
          <a:ext cx="1202223" cy="1162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347658"/>
        <a:ext cx="3434923" cy="498047"/>
      </dsp:txXfrm>
    </dsp:sp>
    <dsp:sp modelId="{A980CB93-8C67-4B21-BA0A-613281B29054}">
      <dsp:nvSpPr>
        <dsp:cNvPr id="0" name=""/>
        <dsp:cNvSpPr/>
      </dsp:nvSpPr>
      <dsp:spPr>
        <a:xfrm>
          <a:off x="807857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ability to interchange compliance and governance components allows the system to adjust to changing regulations or adopt new governance practices without disrupting operations.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modules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932007"/>
        <a:ext cx="3434923" cy="253199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62339"/>
          <a:ext cx="1202223" cy="12022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451153"/>
          <a:ext cx="3434923" cy="515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100000"/>
            </a:lnSpc>
            <a:spcBef>
              <a:spcPct val="0"/>
            </a:spcBef>
            <a:spcAft>
              <a:spcPct val="35000"/>
            </a:spcAft>
            <a:buNone/>
            <a:defRPr b="1"/>
          </a:pPr>
          <a:r>
            <a:rPr lang="en-US" sz="29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451153"/>
        <a:ext cx="3434923" cy="515238"/>
      </dsp:txXfrm>
    </dsp:sp>
    <dsp:sp modelId="{E2969D76-BFC8-4674-A2D9-9DB1BEB895A6}">
      <dsp:nvSpPr>
        <dsp:cNvPr id="0" name=""/>
        <dsp:cNvSpPr/>
      </dsp:nvSpPr>
      <dsp:spPr>
        <a:xfrm>
          <a:off x="6503" y="2053178"/>
          <a:ext cx="3434923" cy="234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modularity of the service layer is reflected in the well-defined APIs that offer specific functionalities. Each API acts as a modular unit, enabling applications to interact with the information system in a standardized manner.</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APIs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for</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modularity</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2053178"/>
        <a:ext cx="3434923" cy="2348482"/>
      </dsp:txXfrm>
    </dsp:sp>
    <dsp:sp modelId="{CE0521FD-6947-4480-BEB0-B15FB4BB35D3}">
      <dsp:nvSpPr>
        <dsp:cNvPr id="0" name=""/>
        <dsp:cNvSpPr/>
      </dsp:nvSpPr>
      <dsp:spPr>
        <a:xfrm>
          <a:off x="4042538" y="62339"/>
          <a:ext cx="1202223" cy="12022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451153"/>
          <a:ext cx="3434923" cy="515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100000"/>
            </a:lnSpc>
            <a:spcBef>
              <a:spcPct val="0"/>
            </a:spcBef>
            <a:spcAft>
              <a:spcPct val="35000"/>
            </a:spcAft>
            <a:buNone/>
            <a:defRPr b="1"/>
          </a:pPr>
          <a:r>
            <a:rPr lang="en-US" sz="29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451153"/>
        <a:ext cx="3434923" cy="515238"/>
      </dsp:txXfrm>
    </dsp:sp>
    <dsp:sp modelId="{D8A3449B-36E3-4DB7-996D-BC7F0AFA2D4C}">
      <dsp:nvSpPr>
        <dsp:cNvPr id="0" name=""/>
        <dsp:cNvSpPr/>
      </dsp:nvSpPr>
      <dsp:spPr>
        <a:xfrm>
          <a:off x="4042538" y="2053178"/>
          <a:ext cx="3434923" cy="234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APIs should follow standard specifications and protocols to facilitate interoperability between the information system and external applications or services.</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Support standard communication protocols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2053178"/>
        <a:ext cx="3434923" cy="2348482"/>
      </dsp:txXfrm>
    </dsp:sp>
    <dsp:sp modelId="{28022EE6-B306-4803-B7C5-9DA34BB2EF28}">
      <dsp:nvSpPr>
        <dsp:cNvPr id="0" name=""/>
        <dsp:cNvSpPr/>
      </dsp:nvSpPr>
      <dsp:spPr>
        <a:xfrm>
          <a:off x="8078573" y="62339"/>
          <a:ext cx="1202223" cy="12022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451153"/>
          <a:ext cx="3434923" cy="515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100000"/>
            </a:lnSpc>
            <a:spcBef>
              <a:spcPct val="0"/>
            </a:spcBef>
            <a:spcAft>
              <a:spcPct val="35000"/>
            </a:spcAft>
            <a:buNone/>
            <a:defRPr b="1"/>
          </a:pPr>
          <a:r>
            <a:rPr lang="en-US" sz="29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451153"/>
        <a:ext cx="3434923" cy="515238"/>
      </dsp:txXfrm>
    </dsp:sp>
    <dsp:sp modelId="{A980CB93-8C67-4B21-BA0A-613281B29054}">
      <dsp:nvSpPr>
        <dsp:cNvPr id="0" name=""/>
        <dsp:cNvSpPr/>
      </dsp:nvSpPr>
      <dsp:spPr>
        <a:xfrm>
          <a:off x="8078573" y="2053178"/>
          <a:ext cx="3434923" cy="234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ability to interchange APIs or support multiple versions of APIs ensures backward compatibility and smooth migration to newer versions.</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APIs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2053178"/>
        <a:ext cx="3434923" cy="234848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19530-2B44-4C85-A696-CF701C257B13}">
      <dsp:nvSpPr>
        <dsp:cNvPr id="0" name=""/>
        <dsp:cNvSpPr/>
      </dsp:nvSpPr>
      <dsp:spPr>
        <a:xfrm>
          <a:off x="6503" y="0"/>
          <a:ext cx="1202223" cy="1162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69AA3-46DE-4329-9764-B0080704412F}">
      <dsp:nvSpPr>
        <dsp:cNvPr id="0" name=""/>
        <dsp:cNvSpPr/>
      </dsp:nvSpPr>
      <dsp:spPr>
        <a:xfrm>
          <a:off x="650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Modularity</a:t>
          </a:r>
        </a:p>
      </dsp:txBody>
      <dsp:txXfrm>
        <a:off x="6503" y="1347658"/>
        <a:ext cx="3434923" cy="498047"/>
      </dsp:txXfrm>
    </dsp:sp>
    <dsp:sp modelId="{E2969D76-BFC8-4674-A2D9-9DB1BEB895A6}">
      <dsp:nvSpPr>
        <dsp:cNvPr id="0" name=""/>
        <dsp:cNvSpPr/>
      </dsp:nvSpPr>
      <dsp:spPr>
        <a:xfrm>
          <a:off x="650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Modularity in the user data layer involves organizing user-specific data into separate modules or databases. These modules can handle individual user profiles or preferences, ensuring personalization is independent and scalable.</a:t>
          </a:r>
        </a:p>
        <a:p>
          <a:pPr marL="0" lvl="0" indent="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Segregated user data </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6503" y="1932007"/>
        <a:ext cx="3434923" cy="2531992"/>
      </dsp:txXfrm>
    </dsp:sp>
    <dsp:sp modelId="{CE0521FD-6947-4480-BEB0-B15FB4BB35D3}">
      <dsp:nvSpPr>
        <dsp:cNvPr id="0" name=""/>
        <dsp:cNvSpPr/>
      </dsp:nvSpPr>
      <dsp:spPr>
        <a:xfrm>
          <a:off x="4042538" y="0"/>
          <a:ext cx="1202223" cy="1162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B87588-7633-459F-B877-82B3A255D13D}">
      <dsp:nvSpPr>
        <dsp:cNvPr id="0" name=""/>
        <dsp:cNvSpPr/>
      </dsp:nvSpPr>
      <dsp:spPr>
        <a:xfrm>
          <a:off x="4042538"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Interoperability</a:t>
          </a:r>
        </a:p>
      </dsp:txBody>
      <dsp:txXfrm>
        <a:off x="4042538" y="1347658"/>
        <a:ext cx="3434923" cy="498047"/>
      </dsp:txXfrm>
    </dsp:sp>
    <dsp:sp modelId="{D8A3449B-36E3-4DB7-996D-BC7F0AFA2D4C}">
      <dsp:nvSpPr>
        <dsp:cNvPr id="0" name=""/>
        <dsp:cNvSpPr/>
      </dsp:nvSpPr>
      <dsp:spPr>
        <a:xfrm>
          <a:off x="4042538"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User data modules should allow for interoperable data exchange and sharing between different services or applications within the system.</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Interact </a:t>
          </a:r>
          <a:r>
            <a:rPr lang="en-US" sz="1600" b="1"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with</a:t>
          </a: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various user-specific data</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4042538" y="1932007"/>
        <a:ext cx="3434923" cy="2531992"/>
      </dsp:txXfrm>
    </dsp:sp>
    <dsp:sp modelId="{28022EE6-B306-4803-B7C5-9DA34BB2EF28}">
      <dsp:nvSpPr>
        <dsp:cNvPr id="0" name=""/>
        <dsp:cNvSpPr/>
      </dsp:nvSpPr>
      <dsp:spPr>
        <a:xfrm>
          <a:off x="8078573" y="0"/>
          <a:ext cx="1202223" cy="1162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E33BC9-AB04-44DD-8F92-FE4507EBF6AB}">
      <dsp:nvSpPr>
        <dsp:cNvPr id="0" name=""/>
        <dsp:cNvSpPr/>
      </dsp:nvSpPr>
      <dsp:spPr>
        <a:xfrm>
          <a:off x="8078573" y="1347658"/>
          <a:ext cx="3434923" cy="498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noProof="0" dirty="0">
              <a:latin typeface="Open Sans" panose="020B0606030504020204" pitchFamily="34" charset="0"/>
              <a:ea typeface="Open Sans" panose="020B0606030504020204" pitchFamily="34" charset="0"/>
              <a:cs typeface="Open Sans" panose="020B0606030504020204" pitchFamily="34" charset="0"/>
            </a:rPr>
            <a:t>Interchangeability</a:t>
          </a:r>
        </a:p>
      </dsp:txBody>
      <dsp:txXfrm>
        <a:off x="8078573" y="1347658"/>
        <a:ext cx="3434923" cy="498047"/>
      </dsp:txXfrm>
    </dsp:sp>
    <dsp:sp modelId="{A980CB93-8C67-4B21-BA0A-613281B29054}">
      <dsp:nvSpPr>
        <dsp:cNvPr id="0" name=""/>
        <dsp:cNvSpPr/>
      </dsp:nvSpPr>
      <dsp:spPr>
        <a:xfrm>
          <a:off x="8078573" y="1932007"/>
          <a:ext cx="3434923" cy="25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algn="l" defTabSz="711200">
            <a:lnSpc>
              <a:spcPct val="100000"/>
            </a:lnSpc>
            <a:spcBef>
              <a:spcPct val="0"/>
            </a:spcBef>
            <a:spcAft>
              <a:spcPct val="35000"/>
            </a:spcAft>
            <a:buNone/>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rPr>
            <a:t>The ability to interchange user data components enables the system to accommodate changes in data storage or personalization methods without affecting user experiences.</a:t>
          </a:r>
        </a:p>
        <a:p>
          <a:pPr marL="266700" lvl="0" indent="-258763" algn="l" defTabSz="711200">
            <a:lnSpc>
              <a:spcPct val="100000"/>
            </a:lnSpc>
            <a:spcBef>
              <a:spcPct val="0"/>
            </a:spcBef>
            <a:spcAft>
              <a:spcPct val="35000"/>
            </a:spcAft>
            <a:buNone/>
            <a:tabLst/>
          </a:pPr>
          <a:r>
            <a:rPr lang="en-US" sz="1600" b="0" i="0" kern="1200" noProof="0" dirty="0">
              <a:latin typeface="Open Sans" panose="020B0606030504020204" pitchFamily="34" charset="0"/>
              <a:ea typeface="Open Sans" panose="020B0606030504020204" pitchFamily="34" charset="0"/>
              <a:cs typeface="Open Sans" panose="020B0606030504020204" pitchFamily="34" charset="0"/>
              <a:sym typeface="Wingdings" pitchFamily="2" charset="2"/>
            </a:rPr>
            <a:t> Interchangeable data components</a:t>
          </a:r>
          <a:endParaRPr lang="en-US" sz="1600" kern="1200" noProof="0" dirty="0">
            <a:latin typeface="Open Sans" panose="020B0606030504020204" pitchFamily="34" charset="0"/>
            <a:ea typeface="Open Sans" panose="020B0606030504020204" pitchFamily="34" charset="0"/>
            <a:cs typeface="Open Sans" panose="020B0606030504020204" pitchFamily="34" charset="0"/>
          </a:endParaRPr>
        </a:p>
      </dsp:txBody>
      <dsp:txXfrm>
        <a:off x="8078573" y="1932007"/>
        <a:ext cx="3434923" cy="253199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77054E-5979-4AF3-A0CA-A9F75FCC46AE}">
      <dsp:nvSpPr>
        <dsp:cNvPr id="0" name=""/>
        <dsp:cNvSpPr/>
      </dsp:nvSpPr>
      <dsp:spPr>
        <a:xfrm>
          <a:off x="0" y="139500"/>
          <a:ext cx="11520000" cy="1925100"/>
        </a:xfrm>
        <a:prstGeom prst="roundRect">
          <a:avLst>
            <a:gd name="adj" fmla="val 10000"/>
          </a:avLst>
        </a:prstGeom>
        <a:solidFill>
          <a:schemeClr val="accent2">
            <a:lumMod val="60000"/>
            <a:lumOff val="40000"/>
          </a:schemeClr>
        </a:solidFill>
        <a:ln>
          <a:noFill/>
        </a:ln>
        <a:effectLst/>
      </dsp:spPr>
      <dsp:style>
        <a:lnRef idx="0">
          <a:scrgbClr r="0" g="0" b="0"/>
        </a:lnRef>
        <a:fillRef idx="1">
          <a:scrgbClr r="0" g="0" b="0"/>
        </a:fillRef>
        <a:effectRef idx="0">
          <a:scrgbClr r="0" g="0" b="0"/>
        </a:effectRef>
        <a:fontRef idx="minor"/>
      </dsp:style>
    </dsp:sp>
    <dsp:sp modelId="{FD51662F-D0D6-4164-86D0-02912FC6B45B}">
      <dsp:nvSpPr>
        <dsp:cNvPr id="0" name=""/>
        <dsp:cNvSpPr/>
      </dsp:nvSpPr>
      <dsp:spPr>
        <a:xfrm>
          <a:off x="582342" y="572647"/>
          <a:ext cx="1058805" cy="10588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9DC958-090C-4594-B439-4DAE8218CE90}">
      <dsp:nvSpPr>
        <dsp:cNvPr id="0" name=""/>
        <dsp:cNvSpPr/>
      </dsp:nvSpPr>
      <dsp:spPr>
        <a:xfrm>
          <a:off x="2223490" y="139500"/>
          <a:ext cx="9296509" cy="1925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740" tIns="203740" rIns="203740" bIns="2037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Open Sans" panose="020B0606030504020204" pitchFamily="34" charset="0"/>
              <a:ea typeface="Open Sans" panose="020B0606030504020204" pitchFamily="34" charset="0"/>
              <a:cs typeface="Open Sans" panose="020B0606030504020204" pitchFamily="34" charset="0"/>
            </a:rPr>
            <a:t>I</a:t>
          </a:r>
          <a:r>
            <a:rPr lang="en-US" sz="2400" b="0" i="0" kern="1200" dirty="0">
              <a:latin typeface="Open Sans" panose="020B0606030504020204" pitchFamily="34" charset="0"/>
              <a:ea typeface="Open Sans" panose="020B0606030504020204" pitchFamily="34" charset="0"/>
              <a:cs typeface="Open Sans" panose="020B0606030504020204" pitchFamily="34" charset="0"/>
            </a:rPr>
            <a:t>nteroperability and interchangeability enhance the modularity of Information System Architecture by enabling seamless interactions between layers and facilitating the substitution of components or technologies as needed. </a:t>
          </a:r>
          <a:endParaRPr lang="en-US" sz="2400" kern="1200" dirty="0">
            <a:latin typeface="Open Sans" panose="020B0606030504020204" pitchFamily="34" charset="0"/>
            <a:ea typeface="Open Sans" panose="020B0606030504020204" pitchFamily="34" charset="0"/>
            <a:cs typeface="Open Sans" panose="020B0606030504020204" pitchFamily="34" charset="0"/>
          </a:endParaRPr>
        </a:p>
      </dsp:txBody>
      <dsp:txXfrm>
        <a:off x="2223490" y="139500"/>
        <a:ext cx="9296509" cy="1925100"/>
      </dsp:txXfrm>
    </dsp:sp>
    <dsp:sp modelId="{2A18516A-3A3A-4F02-8B58-3004CD57A3CB}">
      <dsp:nvSpPr>
        <dsp:cNvPr id="0" name=""/>
        <dsp:cNvSpPr/>
      </dsp:nvSpPr>
      <dsp:spPr>
        <a:xfrm>
          <a:off x="0" y="2399400"/>
          <a:ext cx="11520000" cy="1925100"/>
        </a:xfrm>
        <a:prstGeom prst="roundRect">
          <a:avLst>
            <a:gd name="adj" fmla="val 10000"/>
          </a:avLst>
        </a:prstGeom>
        <a:solidFill>
          <a:schemeClr val="accent2">
            <a:lumMod val="60000"/>
            <a:lumOff val="40000"/>
          </a:schemeClr>
        </a:solidFill>
        <a:ln>
          <a:noFill/>
        </a:ln>
        <a:effectLst/>
      </dsp:spPr>
      <dsp:style>
        <a:lnRef idx="0">
          <a:scrgbClr r="0" g="0" b="0"/>
        </a:lnRef>
        <a:fillRef idx="1">
          <a:scrgbClr r="0" g="0" b="0"/>
        </a:fillRef>
        <a:effectRef idx="0">
          <a:scrgbClr r="0" g="0" b="0"/>
        </a:effectRef>
        <a:fontRef idx="minor"/>
      </dsp:style>
    </dsp:sp>
    <dsp:sp modelId="{130EB14A-163E-42C3-84A1-7C31459EF787}">
      <dsp:nvSpPr>
        <dsp:cNvPr id="0" name=""/>
        <dsp:cNvSpPr/>
      </dsp:nvSpPr>
      <dsp:spPr>
        <a:xfrm>
          <a:off x="582342" y="2832547"/>
          <a:ext cx="1058805" cy="10588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F21A54-8A81-47F0-B63C-11BD4635ED09}">
      <dsp:nvSpPr>
        <dsp:cNvPr id="0" name=""/>
        <dsp:cNvSpPr/>
      </dsp:nvSpPr>
      <dsp:spPr>
        <a:xfrm>
          <a:off x="2223490" y="2399400"/>
          <a:ext cx="9296509" cy="1925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740" tIns="203740" rIns="203740" bIns="203740" numCol="1" spcCol="1270" anchor="ctr" anchorCtr="0">
          <a:noAutofit/>
        </a:bodyPr>
        <a:lstStyle/>
        <a:p>
          <a:pPr marL="0" lvl="0" indent="0" algn="l" defTabSz="1066800">
            <a:lnSpc>
              <a:spcPct val="90000"/>
            </a:lnSpc>
            <a:spcBef>
              <a:spcPct val="0"/>
            </a:spcBef>
            <a:spcAft>
              <a:spcPct val="35000"/>
            </a:spcAft>
            <a:buNone/>
          </a:pPr>
          <a:r>
            <a:rPr lang="en-US" sz="2400" b="0" i="0" kern="1200" dirty="0">
              <a:latin typeface="Open Sans" panose="020B0606030504020204" pitchFamily="34" charset="0"/>
              <a:ea typeface="Open Sans" panose="020B0606030504020204" pitchFamily="34" charset="0"/>
              <a:cs typeface="Open Sans" panose="020B0606030504020204" pitchFamily="34" charset="0"/>
            </a:rPr>
            <a:t>These requirements contribute to the overall flexibility, scalability, and adaptability of the architecture in the face of evolving business needs and technological advancements.</a:t>
          </a:r>
          <a:endParaRPr lang="en-US" sz="2400" kern="1200" dirty="0">
            <a:latin typeface="Open Sans" panose="020B0606030504020204" pitchFamily="34" charset="0"/>
            <a:ea typeface="Open Sans" panose="020B0606030504020204" pitchFamily="34" charset="0"/>
            <a:cs typeface="Open Sans" panose="020B0606030504020204" pitchFamily="34" charset="0"/>
          </a:endParaRPr>
        </a:p>
      </dsp:txBody>
      <dsp:txXfrm>
        <a:off x="2223490" y="2399400"/>
        <a:ext cx="9296509" cy="192510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D61186-836E-2042-B4F7-9BDE4212E2D9}" type="datetimeFigureOut">
              <a:rPr lang="en-US" smtClean="0"/>
              <a:t>7/28/23</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721352-8315-9A4D-9EE0-C0A2BF412D1E}" type="slidenum">
              <a:rPr lang="en-US" smtClean="0"/>
              <a:t>‹N°›</a:t>
            </a:fld>
            <a:endParaRPr lang="en-US"/>
          </a:p>
        </p:txBody>
      </p:sp>
    </p:spTree>
    <p:extLst>
      <p:ext uri="{BB962C8B-B14F-4D97-AF65-F5344CB8AC3E}">
        <p14:creationId xmlns:p14="http://schemas.microsoft.com/office/powerpoint/2010/main" val="1886094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4D8C18-3FDA-439C-90EC-D1127BE13122}"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8557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a:r>
              <a:rPr lang="en-US" b="1" i="0" dirty="0"/>
              <a:t>The next slides provide a short analysis of each of the layers</a:t>
            </a:r>
          </a:p>
          <a:p>
            <a:pPr lvl="0"/>
            <a:r>
              <a:rPr lang="en-US" b="1" i="0" dirty="0"/>
              <a:t>As outlined before this is to be seen as some guidance in </a:t>
            </a:r>
            <a:r>
              <a:rPr lang="en-US" b="1" i="0" dirty="0" err="1"/>
              <a:t>orde</a:t>
            </a:r>
            <a:r>
              <a:rPr lang="en-US" b="1" i="0" dirty="0"/>
              <a:t> to discuss with the vendors and see where they position themselves against the outlined elements</a:t>
            </a:r>
          </a:p>
          <a:p>
            <a:pPr lvl="0"/>
            <a:r>
              <a:rPr lang="en-US" b="1" i="0" dirty="0"/>
              <a:t>It also can be used to look at our own dev and how they support do not support this viewpoint</a:t>
            </a:r>
          </a:p>
          <a:p>
            <a:pPr lvl="0"/>
            <a:r>
              <a:rPr lang="en-US" b="1" dirty="0"/>
              <a:t>They are in no particular order</a:t>
            </a:r>
          </a:p>
          <a:p>
            <a:pPr lvl="0"/>
            <a:r>
              <a:rPr lang="en-US" b="1" dirty="0"/>
              <a:t>Not all of the modularity / interchange and interop properties may be important or even pertinent in certain contexts</a:t>
            </a:r>
          </a:p>
          <a:p>
            <a:pPr lvl="0"/>
            <a:r>
              <a:rPr lang="en-US" b="1" dirty="0"/>
              <a:t>As well as in all cases the right balance between cost value &amp; risk has to be found when pursuing these objectives. </a:t>
            </a:r>
          </a:p>
          <a:p>
            <a:pPr lvl="0"/>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not the purpose of the description here to be complete nor is it an objective to achieve all properties as listed across all layers that heavily depends on the concrete context. As well any positive claim against any of the elements here need to be investigated in more detail if there is an important business value attached to it. To the contrary, a negative evaluation may not be an issue at all </a:t>
            </a:r>
          </a:p>
          <a:p>
            <a:pPr lvl="0"/>
            <a:endParaRPr lang="en-US" dirty="0"/>
          </a:p>
          <a:p>
            <a:pPr lvl="0"/>
            <a:endParaRPr lang="en-US" dirty="0"/>
          </a:p>
          <a:p>
            <a:endParaRPr lang="en-US" dirty="0"/>
          </a:p>
        </p:txBody>
      </p:sp>
      <p:sp>
        <p:nvSpPr>
          <p:cNvPr id="4" name="Espace réservé du numéro de diapositive 3"/>
          <p:cNvSpPr>
            <a:spLocks noGrp="1"/>
          </p:cNvSpPr>
          <p:nvPr>
            <p:ph type="sldNum" sz="quarter" idx="5"/>
          </p:nvPr>
        </p:nvSpPr>
        <p:spPr/>
        <p:txBody>
          <a:bodyPr/>
          <a:lstStyle/>
          <a:p>
            <a:fld id="{74721352-8315-9A4D-9EE0-C0A2BF412D1E}" type="slidenum">
              <a:rPr lang="en-US" smtClean="0"/>
              <a:t>8</a:t>
            </a:fld>
            <a:endParaRPr lang="en-US"/>
          </a:p>
        </p:txBody>
      </p:sp>
    </p:spTree>
    <p:extLst>
      <p:ext uri="{BB962C8B-B14F-4D97-AF65-F5344CB8AC3E}">
        <p14:creationId xmlns:p14="http://schemas.microsoft.com/office/powerpoint/2010/main" val="2415120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74721352-8315-9A4D-9EE0-C0A2BF412D1E}" type="slidenum">
              <a:rPr lang="en-US" smtClean="0"/>
              <a:t>12</a:t>
            </a:fld>
            <a:endParaRPr lang="en-US"/>
          </a:p>
        </p:txBody>
      </p:sp>
    </p:spTree>
    <p:extLst>
      <p:ext uri="{BB962C8B-B14F-4D97-AF65-F5344CB8AC3E}">
        <p14:creationId xmlns:p14="http://schemas.microsoft.com/office/powerpoint/2010/main" val="449653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76000" y="1248000"/>
            <a:ext cx="10944000" cy="1920000"/>
          </a:xfrm>
        </p:spPr>
        <p:txBody>
          <a:bodyPr anchor="b" anchorCtr="0"/>
          <a:lstStyle>
            <a:lvl1pPr>
              <a:defRPr sz="4267">
                <a:solidFill>
                  <a:schemeClr val="accent1"/>
                </a:solidFill>
              </a:defRPr>
            </a:lvl1pPr>
          </a:lstStyle>
          <a:p>
            <a:r>
              <a:rPr lang="fr-FR"/>
              <a:t>Modifiez le style du titre</a:t>
            </a:r>
            <a:endParaRPr lang="en-US"/>
          </a:p>
        </p:txBody>
      </p:sp>
      <p:sp>
        <p:nvSpPr>
          <p:cNvPr id="3" name="Subtitle 2"/>
          <p:cNvSpPr>
            <a:spLocks noGrp="1"/>
          </p:cNvSpPr>
          <p:nvPr>
            <p:ph type="subTitle" idx="1"/>
          </p:nvPr>
        </p:nvSpPr>
        <p:spPr bwMode="gray">
          <a:xfrm>
            <a:off x="0" y="3528000"/>
            <a:ext cx="6720000" cy="768000"/>
          </a:xfrm>
          <a:gradFill flip="none" rotWithShape="1">
            <a:gsLst>
              <a:gs pos="0">
                <a:schemeClr val="accent1"/>
              </a:gs>
              <a:gs pos="100000">
                <a:srgbClr val="00A1DE"/>
              </a:gs>
            </a:gsLst>
            <a:lin ang="0" scaled="1"/>
            <a:tileRect/>
          </a:gradFill>
        </p:spPr>
        <p:txBody>
          <a:bodyPr lIns="432000" bIns="0" anchor="ctr" anchorCtr="0">
            <a:noAutofit/>
          </a:bodyPr>
          <a:lstStyle>
            <a:lvl1pPr marL="0" indent="0" algn="l">
              <a:spcBef>
                <a:spcPts val="0"/>
              </a:spcBef>
              <a:buNone/>
              <a:defRPr sz="2133" b="0">
                <a:solidFill>
                  <a:schemeClr val="bg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Modifiez le style des sous-titres du masque</a:t>
            </a:r>
            <a:endParaRPr lang="en-US"/>
          </a:p>
        </p:txBody>
      </p:sp>
      <p:pic>
        <p:nvPicPr>
          <p:cNvPr id="9" name="Picture 3"/>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8064001" y="240000"/>
            <a:ext cx="3527279" cy="638400"/>
          </a:xfrm>
          <a:prstGeom prst="rect">
            <a:avLst/>
          </a:prstGeom>
        </p:spPr>
      </p:pic>
    </p:spTree>
    <p:extLst>
      <p:ext uri="{BB962C8B-B14F-4D97-AF65-F5344CB8AC3E}">
        <p14:creationId xmlns:p14="http://schemas.microsoft.com/office/powerpoint/2010/main" val="2736847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hite, Date">
    <p:spTree>
      <p:nvGrpSpPr>
        <p:cNvPr id="1" name=""/>
        <p:cNvGrpSpPr/>
        <p:nvPr/>
      </p:nvGrpSpPr>
      <p:grpSpPr>
        <a:xfrm>
          <a:off x="0" y="0"/>
          <a:ext cx="0" cy="0"/>
          <a:chOff x="0" y="0"/>
          <a:chExt cx="0" cy="0"/>
        </a:xfrm>
      </p:grpSpPr>
      <p:sp>
        <p:nvSpPr>
          <p:cNvPr id="2" name="Title 1"/>
          <p:cNvSpPr>
            <a:spLocks noGrp="1"/>
          </p:cNvSpPr>
          <p:nvPr>
            <p:ph type="ctrTitle"/>
          </p:nvPr>
        </p:nvSpPr>
        <p:spPr>
          <a:xfrm>
            <a:off x="576000" y="1248000"/>
            <a:ext cx="10944000" cy="1920000"/>
          </a:xfrm>
        </p:spPr>
        <p:txBody>
          <a:bodyPr anchor="b" anchorCtr="0"/>
          <a:lstStyle>
            <a:lvl1pPr>
              <a:defRPr sz="4267">
                <a:solidFill>
                  <a:schemeClr val="accent1"/>
                </a:solidFill>
              </a:defRPr>
            </a:lvl1pPr>
          </a:lstStyle>
          <a:p>
            <a:r>
              <a:rPr lang="fr-FR"/>
              <a:t>Modifiez le style du titre</a:t>
            </a:r>
            <a:endParaRPr lang="en-US"/>
          </a:p>
        </p:txBody>
      </p:sp>
      <p:sp>
        <p:nvSpPr>
          <p:cNvPr id="3" name="Subtitle 2"/>
          <p:cNvSpPr>
            <a:spLocks noGrp="1"/>
          </p:cNvSpPr>
          <p:nvPr>
            <p:ph type="subTitle" idx="1"/>
          </p:nvPr>
        </p:nvSpPr>
        <p:spPr bwMode="gray">
          <a:xfrm>
            <a:off x="0" y="3528000"/>
            <a:ext cx="6720000" cy="768000"/>
          </a:xfrm>
          <a:gradFill flip="none" rotWithShape="1">
            <a:gsLst>
              <a:gs pos="0">
                <a:schemeClr val="accent1"/>
              </a:gs>
              <a:gs pos="100000">
                <a:srgbClr val="00A1DE"/>
              </a:gs>
            </a:gsLst>
            <a:lin ang="0" scaled="1"/>
            <a:tileRect/>
          </a:gradFill>
        </p:spPr>
        <p:txBody>
          <a:bodyPr lIns="432000" bIns="0" anchor="ctr" anchorCtr="0">
            <a:noAutofit/>
          </a:bodyPr>
          <a:lstStyle>
            <a:lvl1pPr marL="0" indent="0" algn="l">
              <a:spcBef>
                <a:spcPts val="0"/>
              </a:spcBef>
              <a:buNone/>
              <a:defRPr sz="2133" b="0">
                <a:solidFill>
                  <a:schemeClr val="bg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Modifiez le style des sous-titres du masque</a:t>
            </a:r>
            <a:endParaRPr lang="en-US"/>
          </a:p>
        </p:txBody>
      </p:sp>
      <p:sp>
        <p:nvSpPr>
          <p:cNvPr id="5" name="Text Placeholder 3"/>
          <p:cNvSpPr>
            <a:spLocks noGrp="1"/>
          </p:cNvSpPr>
          <p:nvPr>
            <p:ph type="body" sz="quarter" idx="10"/>
          </p:nvPr>
        </p:nvSpPr>
        <p:spPr>
          <a:xfrm>
            <a:off x="576000" y="4368000"/>
            <a:ext cx="6144000" cy="384621"/>
          </a:xfrm>
        </p:spPr>
        <p:txBody>
          <a:bodyPr/>
          <a:lstStyle>
            <a:lvl1pPr marL="0" indent="0">
              <a:spcBef>
                <a:spcPts val="0"/>
              </a:spcBef>
              <a:buNone/>
              <a:defRPr sz="1467" b="1">
                <a:solidFill>
                  <a:schemeClr val="accent1"/>
                </a:solidFill>
              </a:defRPr>
            </a:lvl1pPr>
          </a:lstStyle>
          <a:p>
            <a:pPr lvl="0"/>
            <a:r>
              <a:rPr lang="fr-FR"/>
              <a:t>Cliquez pour modifier les styles du texte du masque</a:t>
            </a:r>
          </a:p>
        </p:txBody>
      </p:sp>
      <p:pic>
        <p:nvPicPr>
          <p:cNvPr id="8" name="Picture 4"/>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8064001" y="240000"/>
            <a:ext cx="3527279" cy="638400"/>
          </a:xfrm>
          <a:prstGeom prst="rect">
            <a:avLst/>
          </a:prstGeom>
        </p:spPr>
      </p:pic>
    </p:spTree>
    <p:extLst>
      <p:ext uri="{BB962C8B-B14F-4D97-AF65-F5344CB8AC3E}">
        <p14:creationId xmlns:p14="http://schemas.microsoft.com/office/powerpoint/2010/main" val="1130010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ight, Date">
    <p:spTree>
      <p:nvGrpSpPr>
        <p:cNvPr id="1" name=""/>
        <p:cNvGrpSpPr/>
        <p:nvPr/>
      </p:nvGrpSpPr>
      <p:grpSpPr>
        <a:xfrm>
          <a:off x="0" y="0"/>
          <a:ext cx="0" cy="0"/>
          <a:chOff x="0" y="0"/>
          <a:chExt cx="0" cy="0"/>
        </a:xfrm>
      </p:grpSpPr>
      <p:sp>
        <p:nvSpPr>
          <p:cNvPr id="6" name="Picture Placeholder 2"/>
          <p:cNvSpPr>
            <a:spLocks noGrp="1" noChangeAspect="1"/>
          </p:cNvSpPr>
          <p:nvPr>
            <p:ph type="pic" sz="quarter" idx="11"/>
          </p:nvPr>
        </p:nvSpPr>
        <p:spPr>
          <a:xfrm>
            <a:off x="6096000" y="1248000"/>
            <a:ext cx="6096000" cy="3048000"/>
          </a:xfrm>
          <a:prstGeom prst="rect">
            <a:avLst/>
          </a:prstGeom>
          <a:solidFill>
            <a:schemeClr val="bg1">
              <a:lumMod val="95000"/>
            </a:schemeClr>
          </a:solidFill>
        </p:spPr>
        <p:txBody>
          <a:bodyPr tIns="108000" anchor="t" anchorCtr="1"/>
          <a:lstStyle>
            <a:lvl1pPr marL="0" indent="0" algn="ctr">
              <a:buNone/>
              <a:defRPr sz="1867" i="1"/>
            </a:lvl1pPr>
          </a:lstStyle>
          <a:p>
            <a:r>
              <a:rPr lang="fr-FR"/>
              <a:t>Cliquez sur l'icône pour ajouter une image</a:t>
            </a:r>
            <a:endParaRPr lang="en-US"/>
          </a:p>
        </p:txBody>
      </p:sp>
      <p:sp>
        <p:nvSpPr>
          <p:cNvPr id="2" name="Title 3"/>
          <p:cNvSpPr>
            <a:spLocks noGrp="1"/>
          </p:cNvSpPr>
          <p:nvPr>
            <p:ph type="ctrTitle"/>
          </p:nvPr>
        </p:nvSpPr>
        <p:spPr>
          <a:xfrm>
            <a:off x="576000" y="1248000"/>
            <a:ext cx="5376000" cy="1920000"/>
          </a:xfrm>
        </p:spPr>
        <p:txBody>
          <a:bodyPr anchor="b" anchorCtr="0"/>
          <a:lstStyle>
            <a:lvl1pPr>
              <a:defRPr sz="4267">
                <a:solidFill>
                  <a:schemeClr val="accent1"/>
                </a:solidFill>
              </a:defRPr>
            </a:lvl1pPr>
          </a:lstStyle>
          <a:p>
            <a:r>
              <a:rPr lang="fr-FR"/>
              <a:t>Modifiez le style du titre</a:t>
            </a:r>
            <a:endParaRPr lang="en-US"/>
          </a:p>
        </p:txBody>
      </p:sp>
      <p:sp>
        <p:nvSpPr>
          <p:cNvPr id="3" name="Subtitle 4"/>
          <p:cNvSpPr>
            <a:spLocks noGrp="1"/>
          </p:cNvSpPr>
          <p:nvPr>
            <p:ph type="subTitle" idx="1"/>
          </p:nvPr>
        </p:nvSpPr>
        <p:spPr bwMode="gray">
          <a:xfrm>
            <a:off x="0" y="3528000"/>
            <a:ext cx="6720000" cy="768000"/>
          </a:xfrm>
          <a:gradFill>
            <a:gsLst>
              <a:gs pos="0">
                <a:schemeClr val="accent1"/>
              </a:gs>
              <a:gs pos="100000">
                <a:srgbClr val="00A1DE"/>
              </a:gs>
            </a:gsLst>
            <a:lin ang="0" scaled="1"/>
          </a:gradFill>
        </p:spPr>
        <p:txBody>
          <a:bodyPr lIns="432000" bIns="0" anchor="ctr" anchorCtr="0">
            <a:noAutofit/>
          </a:bodyPr>
          <a:lstStyle>
            <a:lvl1pPr marL="0" indent="0" algn="l">
              <a:spcBef>
                <a:spcPts val="0"/>
              </a:spcBef>
              <a:buNone/>
              <a:defRPr sz="2133" b="0">
                <a:solidFill>
                  <a:schemeClr val="bg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Modifiez le style des sous-titres du masque</a:t>
            </a:r>
            <a:endParaRPr lang="en-US"/>
          </a:p>
        </p:txBody>
      </p:sp>
      <p:sp>
        <p:nvSpPr>
          <p:cNvPr id="5" name="Text Placeholder 5"/>
          <p:cNvSpPr>
            <a:spLocks noGrp="1"/>
          </p:cNvSpPr>
          <p:nvPr>
            <p:ph type="body" sz="quarter" idx="10"/>
          </p:nvPr>
        </p:nvSpPr>
        <p:spPr>
          <a:xfrm>
            <a:off x="576000" y="4368000"/>
            <a:ext cx="6144000" cy="336000"/>
          </a:xfrm>
        </p:spPr>
        <p:txBody>
          <a:bodyPr/>
          <a:lstStyle>
            <a:lvl1pPr marL="0" indent="0">
              <a:spcBef>
                <a:spcPts val="0"/>
              </a:spcBef>
              <a:buNone/>
              <a:defRPr sz="1467" b="1">
                <a:solidFill>
                  <a:schemeClr val="accent1"/>
                </a:solidFill>
              </a:defRPr>
            </a:lvl1pPr>
          </a:lstStyle>
          <a:p>
            <a:pPr lvl="0"/>
            <a:r>
              <a:rPr lang="fr-FR"/>
              <a:t>Cliquez pour modifier les styles du texte du masque</a:t>
            </a:r>
          </a:p>
        </p:txBody>
      </p:sp>
      <p:pic>
        <p:nvPicPr>
          <p:cNvPr id="9" name="Picture 4"/>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064001" y="240000"/>
            <a:ext cx="3527279" cy="638400"/>
          </a:xfrm>
          <a:prstGeom prst="rect">
            <a:avLst/>
          </a:prstGeom>
        </p:spPr>
      </p:pic>
    </p:spTree>
    <p:extLst>
      <p:ext uri="{BB962C8B-B14F-4D97-AF65-F5344CB8AC3E}">
        <p14:creationId xmlns:p14="http://schemas.microsoft.com/office/powerpoint/2010/main" val="2986578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Blue, Date">
    <p:bg>
      <p:bgPr>
        <a:gradFill>
          <a:gsLst>
            <a:gs pos="0">
              <a:schemeClr val="accent1"/>
            </a:gs>
            <a:gs pos="100000">
              <a:srgbClr val="00A1DE"/>
            </a:gs>
          </a:gsLst>
          <a:lin ang="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76000" y="1248000"/>
            <a:ext cx="10944000" cy="1920000"/>
          </a:xfrm>
        </p:spPr>
        <p:txBody>
          <a:bodyPr anchor="b" anchorCtr="0"/>
          <a:lstStyle>
            <a:lvl1pPr>
              <a:defRPr sz="4267">
                <a:solidFill>
                  <a:schemeClr val="bg1"/>
                </a:solidFill>
              </a:defRPr>
            </a:lvl1pPr>
          </a:lstStyle>
          <a:p>
            <a:r>
              <a:rPr lang="fr-FR"/>
              <a:t>Modifiez le style du titre</a:t>
            </a:r>
            <a:endParaRPr lang="en-US"/>
          </a:p>
        </p:txBody>
      </p:sp>
      <p:sp>
        <p:nvSpPr>
          <p:cNvPr id="3" name="Subtitle 2"/>
          <p:cNvSpPr>
            <a:spLocks noGrp="1"/>
          </p:cNvSpPr>
          <p:nvPr>
            <p:ph type="subTitle" idx="1"/>
          </p:nvPr>
        </p:nvSpPr>
        <p:spPr bwMode="gray">
          <a:xfrm>
            <a:off x="0" y="3528000"/>
            <a:ext cx="6720000" cy="768000"/>
          </a:xfrm>
          <a:solidFill>
            <a:schemeClr val="tx2"/>
          </a:solidFill>
        </p:spPr>
        <p:txBody>
          <a:bodyPr lIns="432000" bIns="0" anchor="ctr" anchorCtr="0">
            <a:noAutofit/>
          </a:bodyPr>
          <a:lstStyle>
            <a:lvl1pPr marL="0" indent="0" algn="l">
              <a:spcBef>
                <a:spcPts val="0"/>
              </a:spcBef>
              <a:buNone/>
              <a:defRPr sz="2133" b="0">
                <a:solidFill>
                  <a:schemeClr val="bg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Modifiez le style des sous-titres du masque</a:t>
            </a:r>
            <a:endParaRPr lang="en-US"/>
          </a:p>
        </p:txBody>
      </p:sp>
      <p:sp>
        <p:nvSpPr>
          <p:cNvPr id="5" name="Text Placeholder 3"/>
          <p:cNvSpPr>
            <a:spLocks noGrp="1"/>
          </p:cNvSpPr>
          <p:nvPr>
            <p:ph type="body" sz="quarter" idx="10"/>
          </p:nvPr>
        </p:nvSpPr>
        <p:spPr>
          <a:xfrm>
            <a:off x="576000" y="4368000"/>
            <a:ext cx="6144000" cy="384621"/>
          </a:xfrm>
        </p:spPr>
        <p:txBody>
          <a:bodyPr/>
          <a:lstStyle>
            <a:lvl1pPr marL="0" indent="0">
              <a:spcBef>
                <a:spcPts val="0"/>
              </a:spcBef>
              <a:buNone/>
              <a:defRPr sz="1467" b="1">
                <a:solidFill>
                  <a:schemeClr val="bg1"/>
                </a:solidFill>
              </a:defRPr>
            </a:lvl1pPr>
          </a:lstStyle>
          <a:p>
            <a:pPr lvl="0"/>
            <a:r>
              <a:rPr lang="fr-FR"/>
              <a:t>Cliquez pour modifier les styles du texte du masque</a:t>
            </a:r>
          </a:p>
        </p:txBody>
      </p:sp>
      <p:pic>
        <p:nvPicPr>
          <p:cNvPr id="9" name="Picture 4"/>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bwMode="invGray">
          <a:xfrm>
            <a:off x="8064001" y="240000"/>
            <a:ext cx="3527273" cy="638400"/>
          </a:xfrm>
          <a:prstGeom prst="rect">
            <a:avLst/>
          </a:prstGeom>
        </p:spPr>
      </p:pic>
    </p:spTree>
    <p:extLst>
      <p:ext uri="{BB962C8B-B14F-4D97-AF65-F5344CB8AC3E}">
        <p14:creationId xmlns:p14="http://schemas.microsoft.com/office/powerpoint/2010/main" val="462563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Picture, Date">
    <p:spTree>
      <p:nvGrpSpPr>
        <p:cNvPr id="1" name=""/>
        <p:cNvGrpSpPr/>
        <p:nvPr/>
      </p:nvGrpSpPr>
      <p:grpSpPr>
        <a:xfrm>
          <a:off x="0" y="0"/>
          <a:ext cx="0" cy="0"/>
          <a:chOff x="0" y="0"/>
          <a:chExt cx="0" cy="0"/>
        </a:xfrm>
      </p:grpSpPr>
      <p:sp>
        <p:nvSpPr>
          <p:cNvPr id="6" name="Picture Placeholder 2"/>
          <p:cNvSpPr>
            <a:spLocks noGrp="1"/>
          </p:cNvSpPr>
          <p:nvPr>
            <p:ph type="pic" sz="quarter" idx="11"/>
          </p:nvPr>
        </p:nvSpPr>
        <p:spPr>
          <a:xfrm>
            <a:off x="0" y="0"/>
            <a:ext cx="12192000" cy="6858000"/>
          </a:xfrm>
          <a:custGeom>
            <a:avLst/>
            <a:gdLst/>
            <a:ahLst/>
            <a:cxnLst/>
            <a:rect l="l" t="t" r="r" b="b"/>
            <a:pathLst>
              <a:path w="9144000" h="5143500">
                <a:moveTo>
                  <a:pt x="0" y="0"/>
                </a:moveTo>
                <a:lnTo>
                  <a:pt x="9144000" y="0"/>
                </a:lnTo>
                <a:lnTo>
                  <a:pt x="9144000" y="2413448"/>
                </a:lnTo>
                <a:lnTo>
                  <a:pt x="432000" y="2413448"/>
                </a:lnTo>
                <a:lnTo>
                  <a:pt x="432000" y="2438648"/>
                </a:lnTo>
                <a:lnTo>
                  <a:pt x="9144000" y="2438648"/>
                </a:lnTo>
                <a:lnTo>
                  <a:pt x="9144000" y="5143500"/>
                </a:lnTo>
                <a:lnTo>
                  <a:pt x="0" y="5143500"/>
                </a:lnTo>
                <a:close/>
              </a:path>
            </a:pathLst>
          </a:custGeom>
          <a:solidFill>
            <a:schemeClr val="bg1">
              <a:lumMod val="95000"/>
            </a:schemeClr>
          </a:solidFill>
        </p:spPr>
        <p:txBody>
          <a:bodyPr tIns="108000" anchor="t" anchorCtr="1"/>
          <a:lstStyle>
            <a:lvl1pPr marL="0" indent="0" algn="ctr">
              <a:buNone/>
              <a:defRPr sz="1867" i="1"/>
            </a:lvl1pPr>
          </a:lstStyle>
          <a:p>
            <a:r>
              <a:rPr lang="fr-FR"/>
              <a:t>Cliquez sur l'icône pour ajouter une image</a:t>
            </a:r>
            <a:endParaRPr lang="en-US"/>
          </a:p>
        </p:txBody>
      </p:sp>
      <p:sp>
        <p:nvSpPr>
          <p:cNvPr id="2" name="Title 3"/>
          <p:cNvSpPr>
            <a:spLocks noGrp="1"/>
          </p:cNvSpPr>
          <p:nvPr>
            <p:ph type="ctrTitle"/>
          </p:nvPr>
        </p:nvSpPr>
        <p:spPr>
          <a:xfrm>
            <a:off x="576000" y="1248000"/>
            <a:ext cx="10944000" cy="1920000"/>
          </a:xfrm>
        </p:spPr>
        <p:txBody>
          <a:bodyPr anchor="b" anchorCtr="0"/>
          <a:lstStyle>
            <a:lvl1pPr>
              <a:defRPr sz="4267">
                <a:solidFill>
                  <a:schemeClr val="bg1"/>
                </a:solidFill>
              </a:defRPr>
            </a:lvl1pPr>
          </a:lstStyle>
          <a:p>
            <a:r>
              <a:rPr lang="fr-FR"/>
              <a:t>Modifiez le style du titre</a:t>
            </a:r>
            <a:endParaRPr lang="en-US"/>
          </a:p>
        </p:txBody>
      </p:sp>
      <p:sp>
        <p:nvSpPr>
          <p:cNvPr id="3" name="Subtitle 4"/>
          <p:cNvSpPr>
            <a:spLocks noGrp="1"/>
          </p:cNvSpPr>
          <p:nvPr>
            <p:ph type="subTitle" idx="1"/>
          </p:nvPr>
        </p:nvSpPr>
        <p:spPr bwMode="gray">
          <a:xfrm>
            <a:off x="0" y="3528000"/>
            <a:ext cx="6720000" cy="768000"/>
          </a:xfrm>
          <a:solidFill>
            <a:schemeClr val="tx2"/>
          </a:solidFill>
        </p:spPr>
        <p:txBody>
          <a:bodyPr lIns="432000" bIns="0" anchor="ctr" anchorCtr="0">
            <a:noAutofit/>
          </a:bodyPr>
          <a:lstStyle>
            <a:lvl1pPr marL="0" indent="0" algn="l">
              <a:spcBef>
                <a:spcPts val="0"/>
              </a:spcBef>
              <a:buNone/>
              <a:defRPr sz="2133" b="0">
                <a:solidFill>
                  <a:schemeClr val="bg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Modifiez le style des sous-titres du masque</a:t>
            </a:r>
            <a:endParaRPr lang="en-US"/>
          </a:p>
        </p:txBody>
      </p:sp>
      <p:sp>
        <p:nvSpPr>
          <p:cNvPr id="5" name="Text Placeholder 5"/>
          <p:cNvSpPr>
            <a:spLocks noGrp="1"/>
          </p:cNvSpPr>
          <p:nvPr>
            <p:ph type="body" sz="quarter" idx="10"/>
          </p:nvPr>
        </p:nvSpPr>
        <p:spPr>
          <a:xfrm>
            <a:off x="576000" y="4368000"/>
            <a:ext cx="6144000" cy="384621"/>
          </a:xfrm>
        </p:spPr>
        <p:txBody>
          <a:bodyPr/>
          <a:lstStyle>
            <a:lvl1pPr marL="0" indent="0">
              <a:spcBef>
                <a:spcPts val="0"/>
              </a:spcBef>
              <a:buNone/>
              <a:defRPr sz="1467" b="1">
                <a:solidFill>
                  <a:schemeClr val="bg1"/>
                </a:solidFill>
              </a:defRPr>
            </a:lvl1pPr>
          </a:lstStyle>
          <a:p>
            <a:pPr lvl="0"/>
            <a:r>
              <a:rPr lang="fr-FR"/>
              <a:t>Cliquez pour modifier les styles du texte du masque</a:t>
            </a:r>
          </a:p>
        </p:txBody>
      </p:sp>
      <p:sp>
        <p:nvSpPr>
          <p:cNvPr id="7" name="Text Placeholder 6"/>
          <p:cNvSpPr>
            <a:spLocks noGrp="1" noChangeAspect="1"/>
          </p:cNvSpPr>
          <p:nvPr>
            <p:ph type="body" sz="quarter" idx="13" hasCustomPrompt="1"/>
          </p:nvPr>
        </p:nvSpPr>
        <p:spPr bwMode="gray">
          <a:xfrm>
            <a:off x="8064000" y="240000"/>
            <a:ext cx="3528000" cy="638400"/>
          </a:xfrm>
          <a:blipFill dpi="0" rotWithShape="1">
            <a:blip r:embed="rId2" cstate="hqprint">
              <a:extLst>
                <a:ext uri="{28A0092B-C50C-407E-A947-70E740481C1C}">
                  <a14:useLocalDpi xmlns:a14="http://schemas.microsoft.com/office/drawing/2010/main"/>
                </a:ext>
              </a:extLst>
            </a:blip>
            <a:srcRect/>
            <a:stretch>
              <a:fillRect/>
            </a:stretch>
          </a:blipFill>
        </p:spPr>
        <p:txBody>
          <a:bodyPr anchor="ctr" anchorCtr="1"/>
          <a:lstStyle>
            <a:lvl1pPr marL="0" indent="0" algn="ctr">
              <a:spcBef>
                <a:spcPts val="0"/>
              </a:spcBef>
              <a:buNone/>
              <a:defRPr sz="1467" baseline="0"/>
            </a:lvl1pPr>
          </a:lstStyle>
          <a:p>
            <a:pPr lvl="0"/>
            <a:r>
              <a:rPr lang="en-US"/>
              <a:t>Type a space to fixate logo</a:t>
            </a:r>
          </a:p>
        </p:txBody>
      </p:sp>
    </p:spTree>
    <p:extLst>
      <p:ext uri="{BB962C8B-B14F-4D97-AF65-F5344CB8AC3E}">
        <p14:creationId xmlns:p14="http://schemas.microsoft.com/office/powerpoint/2010/main" val="2684580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ub,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4" name="Content Placeholder 3"/>
          <p:cNvSpPr>
            <a:spLocks noGrp="1"/>
          </p:cNvSpPr>
          <p:nvPr>
            <p:ph sz="half" idx="2"/>
          </p:nvPr>
        </p:nvSpPr>
        <p:spPr>
          <a:xfrm>
            <a:off x="334433" y="1632000"/>
            <a:ext cx="11520000" cy="4464000"/>
          </a:xfrm>
        </p:spPr>
        <p:txBody>
          <a:bodyPr/>
          <a:lstStyle>
            <a:lvl1pPr>
              <a:spcBef>
                <a:spcPts val="400"/>
              </a:spcBef>
              <a:defRPr sz="2133"/>
            </a:lvl1pPr>
            <a:lvl2pPr>
              <a:spcBef>
                <a:spcPts val="400"/>
              </a:spcBef>
              <a:defRPr sz="1867"/>
            </a:lvl2pPr>
            <a:lvl3pPr>
              <a:spcBef>
                <a:spcPts val="400"/>
              </a:spcBef>
              <a:defRPr sz="1600"/>
            </a:lvl3pPr>
            <a:lvl4pPr>
              <a:spcBef>
                <a:spcPts val="400"/>
              </a:spcBef>
              <a:defRPr sz="1600"/>
            </a:lvl4pPr>
            <a:lvl5pPr>
              <a:spcBef>
                <a:spcPts val="400"/>
              </a:spcBef>
              <a:defRPr sz="1600"/>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Rectangle 4"/>
          <p:cNvSpPr/>
          <p:nvPr/>
        </p:nvSpPr>
        <p:spPr>
          <a:xfrm>
            <a:off x="336000" y="1128000"/>
            <a:ext cx="11856000" cy="3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5"/>
          <p:cNvSpPr>
            <a:spLocks noGrp="1"/>
          </p:cNvSpPr>
          <p:nvPr>
            <p:ph type="dt" sz="half" idx="10"/>
          </p:nvPr>
        </p:nvSpPr>
        <p:spPr/>
        <p:txBody>
          <a:bodyPr/>
          <a:lstStyle/>
          <a:p>
            <a:r>
              <a:rPr lang="en-US"/>
              <a:t>| June 2021</a:t>
            </a:r>
          </a:p>
        </p:txBody>
      </p:sp>
      <p:sp>
        <p:nvSpPr>
          <p:cNvPr id="9" name="Slide Number Placeholder 6"/>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4040634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ict Landscape, Text">
    <p:spTree>
      <p:nvGrpSpPr>
        <p:cNvPr id="1" name=""/>
        <p:cNvGrpSpPr/>
        <p:nvPr/>
      </p:nvGrpSpPr>
      <p:grpSpPr>
        <a:xfrm>
          <a:off x="0" y="0"/>
          <a:ext cx="0" cy="0"/>
          <a:chOff x="0" y="0"/>
          <a:chExt cx="0" cy="0"/>
        </a:xfrm>
      </p:grpSpPr>
      <p:sp>
        <p:nvSpPr>
          <p:cNvPr id="2" name="Title 1"/>
          <p:cNvSpPr>
            <a:spLocks noGrp="1"/>
          </p:cNvSpPr>
          <p:nvPr>
            <p:ph type="title"/>
          </p:nvPr>
        </p:nvSpPr>
        <p:spPr>
          <a:xfrm>
            <a:off x="334433" y="240000"/>
            <a:ext cx="11520000" cy="480000"/>
          </a:xfrm>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15" name="Text Placeholder 3"/>
          <p:cNvSpPr>
            <a:spLocks noGrp="1"/>
          </p:cNvSpPr>
          <p:nvPr>
            <p:ph type="body" sz="quarter" idx="14"/>
          </p:nvPr>
        </p:nvSpPr>
        <p:spPr>
          <a:xfrm>
            <a:off x="7584000" y="1632000"/>
            <a:ext cx="4272000" cy="4464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Picture Placeholder 4"/>
          <p:cNvSpPr>
            <a:spLocks noGrp="1" noChangeAspect="1"/>
          </p:cNvSpPr>
          <p:nvPr>
            <p:ph type="pic" sz="quarter" idx="13"/>
          </p:nvPr>
        </p:nvSpPr>
        <p:spPr>
          <a:xfrm>
            <a:off x="0" y="1632000"/>
            <a:ext cx="7296000" cy="3552000"/>
          </a:xfrm>
          <a:solidFill>
            <a:schemeClr val="bg1">
              <a:lumMod val="95000"/>
            </a:schemeClr>
          </a:solidFill>
        </p:spPr>
        <p:txBody>
          <a:bodyPr tIns="108000" anchor="t" anchorCtr="1"/>
          <a:lstStyle>
            <a:lvl1pPr marL="0" indent="0" algn="ctr">
              <a:spcBef>
                <a:spcPts val="0"/>
              </a:spcBef>
              <a:buFontTx/>
              <a:buNone/>
              <a:defRPr sz="1867" i="1"/>
            </a:lvl1pPr>
          </a:lstStyle>
          <a:p>
            <a:r>
              <a:rPr lang="fr-FR"/>
              <a:t>Cliquez sur l'icône pour ajouter une image</a:t>
            </a:r>
            <a:endParaRPr lang="en-US"/>
          </a:p>
        </p:txBody>
      </p:sp>
      <p:sp>
        <p:nvSpPr>
          <p:cNvPr id="8" name="Rectangle 5"/>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6"/>
          <p:cNvSpPr>
            <a:spLocks noGrp="1"/>
          </p:cNvSpPr>
          <p:nvPr>
            <p:ph type="dt" sz="half" idx="10"/>
          </p:nvPr>
        </p:nvSpPr>
        <p:spPr/>
        <p:txBody>
          <a:bodyPr/>
          <a:lstStyle/>
          <a:p>
            <a:r>
              <a:rPr lang="en-US"/>
              <a:t>| June 2021</a:t>
            </a:r>
          </a:p>
        </p:txBody>
      </p:sp>
      <p:sp>
        <p:nvSpPr>
          <p:cNvPr id="9" name="Slide Number Placeholder 7"/>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2713741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sp>
        <p:nvSpPr>
          <p:cNvPr id="7" name="Rectangle 1"/>
          <p:cNvSpPr/>
          <p:nvPr/>
        </p:nvSpPr>
        <p:spPr bwMode="gray">
          <a:xfrm>
            <a:off x="528000" y="3168000"/>
            <a:ext cx="11664000" cy="12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Picture Placeholder 2"/>
          <p:cNvSpPr>
            <a:spLocks noGrp="1" noChangeAspect="1"/>
          </p:cNvSpPr>
          <p:nvPr>
            <p:ph type="pic" sz="quarter" idx="10"/>
          </p:nvPr>
        </p:nvSpPr>
        <p:spPr bwMode="gray">
          <a:xfrm>
            <a:off x="0" y="0"/>
            <a:ext cx="12192000" cy="6096000"/>
          </a:xfrm>
          <a:custGeom>
            <a:avLst/>
            <a:gdLst/>
            <a:ahLst/>
            <a:cxnLst/>
            <a:rect l="l" t="t" r="r" b="b"/>
            <a:pathLst>
              <a:path w="9144000" h="4572000">
                <a:moveTo>
                  <a:pt x="0" y="0"/>
                </a:moveTo>
                <a:lnTo>
                  <a:pt x="9144000" y="0"/>
                </a:lnTo>
                <a:lnTo>
                  <a:pt x="9144000" y="2413449"/>
                </a:lnTo>
                <a:lnTo>
                  <a:pt x="432000" y="2413449"/>
                </a:lnTo>
                <a:lnTo>
                  <a:pt x="432000" y="2438649"/>
                </a:lnTo>
                <a:lnTo>
                  <a:pt x="9144000" y="2438649"/>
                </a:lnTo>
                <a:lnTo>
                  <a:pt x="9144000" y="4572000"/>
                </a:lnTo>
                <a:lnTo>
                  <a:pt x="0" y="4572000"/>
                </a:lnTo>
                <a:close/>
              </a:path>
            </a:pathLst>
          </a:custGeom>
          <a:solidFill>
            <a:schemeClr val="bg1">
              <a:lumMod val="95000"/>
            </a:schemeClr>
          </a:solidFill>
        </p:spPr>
        <p:txBody>
          <a:bodyPr tIns="108000" anchor="t" anchorCtr="1"/>
          <a:lstStyle>
            <a:lvl1pPr marL="0" indent="0">
              <a:buNone/>
              <a:defRPr sz="1867" i="1"/>
            </a:lvl1pPr>
          </a:lstStyle>
          <a:p>
            <a:r>
              <a:rPr lang="fr-FR"/>
              <a:t>Cliquez sur l'icône pour ajouter une image</a:t>
            </a:r>
            <a:endParaRPr lang="en-US"/>
          </a:p>
        </p:txBody>
      </p:sp>
      <p:sp>
        <p:nvSpPr>
          <p:cNvPr id="2" name="Title 3"/>
          <p:cNvSpPr>
            <a:spLocks noGrp="1"/>
          </p:cNvSpPr>
          <p:nvPr>
            <p:ph type="title"/>
          </p:nvPr>
        </p:nvSpPr>
        <p:spPr bwMode="gray">
          <a:xfrm>
            <a:off x="576000" y="1248000"/>
            <a:ext cx="10363200" cy="1920000"/>
          </a:xfrm>
        </p:spPr>
        <p:txBody>
          <a:bodyPr anchor="b" anchorCtr="0"/>
          <a:lstStyle>
            <a:lvl1pPr algn="l">
              <a:defRPr sz="4267" b="0" cap="all">
                <a:solidFill>
                  <a:schemeClr val="bg1"/>
                </a:solidFill>
              </a:defRPr>
            </a:lvl1pPr>
          </a:lstStyle>
          <a:p>
            <a:r>
              <a:rPr lang="fr-FR"/>
              <a:t>Modifiez le style du titre</a:t>
            </a:r>
            <a:endParaRPr lang="en-US"/>
          </a:p>
        </p:txBody>
      </p:sp>
      <p:sp>
        <p:nvSpPr>
          <p:cNvPr id="3" name="Text Placeholder 4"/>
          <p:cNvSpPr>
            <a:spLocks noGrp="1"/>
          </p:cNvSpPr>
          <p:nvPr>
            <p:ph type="body" idx="1"/>
          </p:nvPr>
        </p:nvSpPr>
        <p:spPr bwMode="gray">
          <a:xfrm>
            <a:off x="0" y="3528000"/>
            <a:ext cx="6720000" cy="768000"/>
          </a:xfrm>
          <a:solidFill>
            <a:schemeClr val="tx2"/>
          </a:solidFill>
        </p:spPr>
        <p:txBody>
          <a:bodyPr lIns="432000" anchor="ctr" anchorCtr="0"/>
          <a:lstStyle>
            <a:lvl1pPr marL="0" indent="0">
              <a:spcBef>
                <a:spcPts val="0"/>
              </a:spcBef>
              <a:buNone/>
              <a:defRPr sz="2133">
                <a:solidFill>
                  <a:schemeClr val="bg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fr-FR"/>
              <a:t>Cliquez pour modifier les styles du texte du masque</a:t>
            </a:r>
          </a:p>
        </p:txBody>
      </p:sp>
    </p:spTree>
    <p:extLst>
      <p:ext uri="{BB962C8B-B14F-4D97-AF65-F5344CB8AC3E}">
        <p14:creationId xmlns:p14="http://schemas.microsoft.com/office/powerpoint/2010/main" val="527276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 Text">
    <p:spTree>
      <p:nvGrpSpPr>
        <p:cNvPr id="1" name=""/>
        <p:cNvGrpSpPr/>
        <p:nvPr/>
      </p:nvGrpSpPr>
      <p:grpSpPr>
        <a:xfrm>
          <a:off x="0" y="0"/>
          <a:ext cx="0" cy="0"/>
          <a:chOff x="0" y="0"/>
          <a:chExt cx="0" cy="0"/>
        </a:xfrm>
      </p:grpSpPr>
      <p:sp>
        <p:nvSpPr>
          <p:cNvPr id="2" name="Title 1"/>
          <p:cNvSpPr>
            <a:spLocks noGrp="1"/>
          </p:cNvSpPr>
          <p:nvPr>
            <p:ph type="title"/>
          </p:nvPr>
        </p:nvSpPr>
        <p:spPr>
          <a:xfrm>
            <a:off x="334433" y="240000"/>
            <a:ext cx="11520000" cy="480000"/>
          </a:xfrm>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4" name="Content Placeholder 3"/>
          <p:cNvSpPr>
            <a:spLocks noGrp="1"/>
          </p:cNvSpPr>
          <p:nvPr>
            <p:ph sz="half" idx="2"/>
          </p:nvPr>
        </p:nvSpPr>
        <p:spPr>
          <a:xfrm>
            <a:off x="6238433" y="1632000"/>
            <a:ext cx="5616000" cy="4464000"/>
          </a:xfrm>
        </p:spPr>
        <p:txBody>
          <a:bodyPr/>
          <a:lstStyle>
            <a:lvl1pPr>
              <a:spcBef>
                <a:spcPts val="400"/>
              </a:spcBef>
              <a:defRPr sz="2133"/>
            </a:lvl1pPr>
            <a:lvl2pPr>
              <a:spcBef>
                <a:spcPts val="400"/>
              </a:spcBef>
              <a:defRPr sz="1867"/>
            </a:lvl2pPr>
            <a:lvl3pPr>
              <a:spcBef>
                <a:spcPts val="400"/>
              </a:spcBef>
              <a:defRPr sz="1600"/>
            </a:lvl3pPr>
            <a:lvl4pPr>
              <a:spcBef>
                <a:spcPts val="400"/>
              </a:spcBef>
              <a:defRPr sz="1600"/>
            </a:lvl4pPr>
            <a:lvl5pPr>
              <a:spcBef>
                <a:spcPts val="400"/>
              </a:spcBef>
              <a:defRPr sz="1600"/>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Picture Placeholder 4"/>
          <p:cNvSpPr>
            <a:spLocks noGrp="1" noChangeAspect="1"/>
          </p:cNvSpPr>
          <p:nvPr>
            <p:ph type="pic" sz="quarter" idx="13"/>
          </p:nvPr>
        </p:nvSpPr>
        <p:spPr>
          <a:xfrm>
            <a:off x="334434" y="1632000"/>
            <a:ext cx="5617633" cy="4464051"/>
          </a:xfrm>
          <a:solidFill>
            <a:schemeClr val="bg1">
              <a:lumMod val="95000"/>
            </a:schemeClr>
          </a:solidFill>
        </p:spPr>
        <p:txBody>
          <a:bodyPr tIns="108000" anchor="t" anchorCtr="1"/>
          <a:lstStyle>
            <a:lvl1pPr marL="0" indent="0" algn="ctr">
              <a:spcBef>
                <a:spcPts val="0"/>
              </a:spcBef>
              <a:buFontTx/>
              <a:buNone/>
              <a:defRPr sz="1867" i="1"/>
            </a:lvl1pPr>
          </a:lstStyle>
          <a:p>
            <a:r>
              <a:rPr lang="fr-FR"/>
              <a:t>Cliquez sur l'icône pour ajouter une image</a:t>
            </a:r>
            <a:endParaRPr lang="en-US"/>
          </a:p>
        </p:txBody>
      </p:sp>
      <p:sp>
        <p:nvSpPr>
          <p:cNvPr id="8" name="Rectangle 5"/>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6"/>
          <p:cNvSpPr>
            <a:spLocks noGrp="1"/>
          </p:cNvSpPr>
          <p:nvPr>
            <p:ph type="dt" sz="half" idx="10"/>
          </p:nvPr>
        </p:nvSpPr>
        <p:spPr/>
        <p:txBody>
          <a:bodyPr/>
          <a:lstStyle/>
          <a:p>
            <a:r>
              <a:rPr lang="en-US"/>
              <a:t>| June 2021</a:t>
            </a:r>
          </a:p>
        </p:txBody>
      </p:sp>
      <p:sp>
        <p:nvSpPr>
          <p:cNvPr id="9" name="Slide Number Placeholder 7"/>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1900791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Pict">
    <p:spTree>
      <p:nvGrpSpPr>
        <p:cNvPr id="1" name=""/>
        <p:cNvGrpSpPr/>
        <p:nvPr/>
      </p:nvGrpSpPr>
      <p:grpSpPr>
        <a:xfrm>
          <a:off x="0" y="0"/>
          <a:ext cx="0" cy="0"/>
          <a:chOff x="0" y="0"/>
          <a:chExt cx="0" cy="0"/>
        </a:xfrm>
      </p:grpSpPr>
      <p:sp>
        <p:nvSpPr>
          <p:cNvPr id="2" name="Title 1"/>
          <p:cNvSpPr>
            <a:spLocks noGrp="1"/>
          </p:cNvSpPr>
          <p:nvPr>
            <p:ph type="title"/>
          </p:nvPr>
        </p:nvSpPr>
        <p:spPr>
          <a:xfrm>
            <a:off x="334433" y="240000"/>
            <a:ext cx="11520000" cy="480000"/>
          </a:xfrm>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4" name="Content Placeholder 3"/>
          <p:cNvSpPr>
            <a:spLocks noGrp="1"/>
          </p:cNvSpPr>
          <p:nvPr>
            <p:ph sz="half" idx="2"/>
          </p:nvPr>
        </p:nvSpPr>
        <p:spPr>
          <a:xfrm>
            <a:off x="334433" y="1632000"/>
            <a:ext cx="5616000" cy="4464000"/>
          </a:xfrm>
        </p:spPr>
        <p:txBody>
          <a:bodyPr/>
          <a:lstStyle>
            <a:lvl1pPr>
              <a:spcBef>
                <a:spcPts val="400"/>
              </a:spcBef>
              <a:defRPr sz="2133"/>
            </a:lvl1pPr>
            <a:lvl2pPr>
              <a:spcBef>
                <a:spcPts val="400"/>
              </a:spcBef>
              <a:defRPr sz="1867"/>
            </a:lvl2pPr>
            <a:lvl3pPr>
              <a:spcBef>
                <a:spcPts val="400"/>
              </a:spcBef>
              <a:defRPr sz="1600"/>
            </a:lvl3pPr>
            <a:lvl4pPr>
              <a:spcBef>
                <a:spcPts val="400"/>
              </a:spcBef>
              <a:defRPr sz="1600"/>
            </a:lvl4pPr>
            <a:lvl5pPr>
              <a:spcBef>
                <a:spcPts val="400"/>
              </a:spcBef>
              <a:defRPr sz="1600"/>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Picture Placeholder 4"/>
          <p:cNvSpPr>
            <a:spLocks noGrp="1" noChangeAspect="1"/>
          </p:cNvSpPr>
          <p:nvPr>
            <p:ph type="pic" sz="quarter" idx="13"/>
          </p:nvPr>
        </p:nvSpPr>
        <p:spPr>
          <a:xfrm>
            <a:off x="6239934" y="1632000"/>
            <a:ext cx="5617633" cy="4464051"/>
          </a:xfrm>
          <a:solidFill>
            <a:schemeClr val="bg1">
              <a:lumMod val="95000"/>
            </a:schemeClr>
          </a:solidFill>
        </p:spPr>
        <p:txBody>
          <a:bodyPr tIns="108000" anchor="t" anchorCtr="1"/>
          <a:lstStyle>
            <a:lvl1pPr marL="0" indent="0">
              <a:spcBef>
                <a:spcPts val="0"/>
              </a:spcBef>
              <a:buFontTx/>
              <a:buNone/>
              <a:defRPr sz="1867" i="1"/>
            </a:lvl1pPr>
          </a:lstStyle>
          <a:p>
            <a:r>
              <a:rPr lang="fr-FR"/>
              <a:t>Cliquez sur l'icône pour ajouter une image</a:t>
            </a:r>
            <a:endParaRPr lang="en-US"/>
          </a:p>
        </p:txBody>
      </p:sp>
      <p:sp>
        <p:nvSpPr>
          <p:cNvPr id="8" name="Rectangle 5"/>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6"/>
          <p:cNvSpPr>
            <a:spLocks noGrp="1"/>
          </p:cNvSpPr>
          <p:nvPr>
            <p:ph type="dt" sz="half" idx="10"/>
          </p:nvPr>
        </p:nvSpPr>
        <p:spPr/>
        <p:txBody>
          <a:bodyPr/>
          <a:lstStyle/>
          <a:p>
            <a:r>
              <a:rPr lang="en-US"/>
              <a:t>| June 2021</a:t>
            </a:r>
          </a:p>
        </p:txBody>
      </p:sp>
      <p:sp>
        <p:nvSpPr>
          <p:cNvPr id="9" name="Slide Number Placeholder 7"/>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1258696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334433" y="240000"/>
            <a:ext cx="11520000" cy="480000"/>
          </a:xfrm>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4" name="Content Placeholder 3"/>
          <p:cNvSpPr>
            <a:spLocks noGrp="1"/>
          </p:cNvSpPr>
          <p:nvPr>
            <p:ph sz="half" idx="2"/>
          </p:nvPr>
        </p:nvSpPr>
        <p:spPr>
          <a:xfrm>
            <a:off x="334433" y="1632000"/>
            <a:ext cx="5616000" cy="4464000"/>
          </a:xfrm>
        </p:spPr>
        <p:txBody>
          <a:bodyPr/>
          <a:lstStyle>
            <a:lvl1pPr>
              <a:spcBef>
                <a:spcPts val="400"/>
              </a:spcBef>
              <a:defRPr sz="2133"/>
            </a:lvl1pPr>
            <a:lvl2pPr>
              <a:spcBef>
                <a:spcPts val="400"/>
              </a:spcBef>
              <a:defRPr sz="1867"/>
            </a:lvl2pPr>
            <a:lvl3pPr>
              <a:spcBef>
                <a:spcPts val="400"/>
              </a:spcBef>
              <a:defRPr sz="1600"/>
            </a:lvl3pPr>
            <a:lvl4pPr>
              <a:spcBef>
                <a:spcPts val="400"/>
              </a:spcBef>
              <a:defRPr sz="1600"/>
            </a:lvl4pPr>
            <a:lvl5pPr>
              <a:spcBef>
                <a:spcPts val="400"/>
              </a:spcBef>
              <a:defRPr sz="1600"/>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Content Placeholder 4"/>
          <p:cNvSpPr>
            <a:spLocks noGrp="1"/>
          </p:cNvSpPr>
          <p:nvPr>
            <p:ph sz="quarter" idx="4"/>
          </p:nvPr>
        </p:nvSpPr>
        <p:spPr>
          <a:xfrm>
            <a:off x="6238433" y="1632000"/>
            <a:ext cx="5616000" cy="4464000"/>
          </a:xfrm>
        </p:spPr>
        <p:txBody>
          <a:bodyPr/>
          <a:lstStyle>
            <a:lvl1pPr>
              <a:spcBef>
                <a:spcPts val="400"/>
              </a:spcBef>
              <a:defRPr sz="2133"/>
            </a:lvl1pPr>
            <a:lvl2pPr>
              <a:spcBef>
                <a:spcPts val="400"/>
              </a:spcBef>
              <a:defRPr sz="1867"/>
            </a:lvl2pPr>
            <a:lvl3pPr>
              <a:spcBef>
                <a:spcPts val="400"/>
              </a:spcBef>
              <a:defRPr sz="1600"/>
            </a:lvl3pPr>
            <a:lvl4pPr>
              <a:spcBef>
                <a:spcPts val="400"/>
              </a:spcBef>
              <a:defRPr sz="1600"/>
            </a:lvl4pPr>
            <a:lvl5pPr>
              <a:spcBef>
                <a:spcPts val="400"/>
              </a:spcBef>
              <a:defRPr sz="1600"/>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Rectangle 5"/>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6"/>
          <p:cNvSpPr>
            <a:spLocks noGrp="1"/>
          </p:cNvSpPr>
          <p:nvPr>
            <p:ph type="dt" sz="half" idx="10"/>
          </p:nvPr>
        </p:nvSpPr>
        <p:spPr/>
        <p:txBody>
          <a:bodyPr/>
          <a:lstStyle/>
          <a:p>
            <a:r>
              <a:rPr lang="en-US"/>
              <a:t>| June 2021</a:t>
            </a:r>
          </a:p>
        </p:txBody>
      </p:sp>
      <p:sp>
        <p:nvSpPr>
          <p:cNvPr id="9" name="Slide Number Placeholder 7"/>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2312699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6" name="Rectangle 3"/>
          <p:cNvSpPr/>
          <p:nvPr/>
        </p:nvSpPr>
        <p:spPr>
          <a:xfrm>
            <a:off x="336000" y="1128000"/>
            <a:ext cx="11856000" cy="3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4"/>
          <p:cNvSpPr>
            <a:spLocks noGrp="1"/>
          </p:cNvSpPr>
          <p:nvPr>
            <p:ph type="dt" sz="half" idx="10"/>
          </p:nvPr>
        </p:nvSpPr>
        <p:spPr/>
        <p:txBody>
          <a:bodyPr/>
          <a:lstStyle/>
          <a:p>
            <a:r>
              <a:rPr lang="en-US"/>
              <a:t>| June 2021</a:t>
            </a:r>
          </a:p>
        </p:txBody>
      </p:sp>
      <p:sp>
        <p:nvSpPr>
          <p:cNvPr id="9" name="Slide Number Placeholder 5"/>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24499627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lored Text Header and Box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5" name="Text Placeholder 3"/>
          <p:cNvSpPr>
            <a:spLocks noGrp="1"/>
          </p:cNvSpPr>
          <p:nvPr>
            <p:ph type="body" sz="quarter" idx="13"/>
          </p:nvPr>
        </p:nvSpPr>
        <p:spPr bwMode="gray">
          <a:xfrm>
            <a:off x="0" y="1632000"/>
            <a:ext cx="6096000" cy="580800"/>
          </a:xfrm>
          <a:solidFill>
            <a:schemeClr val="accent1"/>
          </a:solidFill>
        </p:spPr>
        <p:txBody>
          <a:bodyPr lIns="252000" anchor="ctr" anchorCtr="0"/>
          <a:lstStyle>
            <a:lvl1pPr marL="0" indent="0">
              <a:spcBef>
                <a:spcPts val="0"/>
              </a:spcBef>
              <a:buNone/>
              <a:defRPr sz="2400" b="1">
                <a:solidFill>
                  <a:schemeClr val="bg1"/>
                </a:solidFill>
              </a:defRPr>
            </a:lvl1pPr>
          </a:lstStyle>
          <a:p>
            <a:pPr lvl="0"/>
            <a:r>
              <a:rPr lang="fr-FR"/>
              <a:t>Cliquez pour modifier les styles du texte du masque</a:t>
            </a:r>
          </a:p>
        </p:txBody>
      </p:sp>
      <p:sp>
        <p:nvSpPr>
          <p:cNvPr id="10" name="Text Placeholder 4"/>
          <p:cNvSpPr>
            <a:spLocks noGrp="1"/>
          </p:cNvSpPr>
          <p:nvPr>
            <p:ph type="body" sz="quarter" idx="14"/>
          </p:nvPr>
        </p:nvSpPr>
        <p:spPr bwMode="gray">
          <a:xfrm>
            <a:off x="0" y="2208000"/>
            <a:ext cx="6100800" cy="2976000"/>
          </a:xfrm>
          <a:solidFill>
            <a:srgbClr val="C7F2DB"/>
          </a:solidFill>
        </p:spPr>
        <p:txBody>
          <a:bodyPr lIns="252000" tIns="72000" rIns="252000"/>
          <a:lstStyle>
            <a:lvl1pPr>
              <a:spcBef>
                <a:spcPts val="267"/>
              </a:spcBef>
              <a:defRPr sz="2133"/>
            </a:lvl1pPr>
            <a:lvl2pPr>
              <a:spcBef>
                <a:spcPts val="267"/>
              </a:spcBef>
              <a:defRPr sz="1867"/>
            </a:lvl2pPr>
            <a:lvl3pPr>
              <a:spcBef>
                <a:spcPts val="267"/>
              </a:spcBef>
              <a:defRPr sz="1600"/>
            </a:lvl3pPr>
            <a:lvl4pPr>
              <a:spcBef>
                <a:spcPts val="267"/>
              </a:spcBef>
              <a:defRPr sz="1600"/>
            </a:lvl4pPr>
            <a:lvl5pPr>
              <a:spcBef>
                <a:spcPts val="267"/>
              </a:spcBef>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Text Placeholder 5"/>
          <p:cNvSpPr>
            <a:spLocks noGrp="1"/>
          </p:cNvSpPr>
          <p:nvPr>
            <p:ph type="body" sz="quarter" idx="15"/>
          </p:nvPr>
        </p:nvSpPr>
        <p:spPr bwMode="gray">
          <a:xfrm>
            <a:off x="6096000" y="2208000"/>
            <a:ext cx="6096000" cy="2976000"/>
          </a:xfrm>
          <a:solidFill>
            <a:srgbClr val="F8EAB6"/>
          </a:solidFill>
        </p:spPr>
        <p:txBody>
          <a:bodyPr lIns="144000" tIns="72000" rIns="252000"/>
          <a:lstStyle>
            <a:lvl1pPr>
              <a:spcBef>
                <a:spcPts val="267"/>
              </a:spcBef>
              <a:defRPr sz="2133"/>
            </a:lvl1pPr>
            <a:lvl2pPr>
              <a:spcBef>
                <a:spcPts val="267"/>
              </a:spcBef>
              <a:defRPr sz="1867"/>
            </a:lvl2pPr>
            <a:lvl3pPr>
              <a:spcBef>
                <a:spcPts val="267"/>
              </a:spcBef>
              <a:defRPr sz="1600"/>
            </a:lvl3pPr>
            <a:lvl4pPr>
              <a:spcBef>
                <a:spcPts val="267"/>
              </a:spcBef>
              <a:defRPr sz="1600"/>
            </a:lvl4pPr>
            <a:lvl5pPr>
              <a:spcBef>
                <a:spcPts val="267"/>
              </a:spcBef>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4" name="Text Placeholder 6"/>
          <p:cNvSpPr>
            <a:spLocks noGrp="1"/>
          </p:cNvSpPr>
          <p:nvPr>
            <p:ph type="body" sz="quarter" idx="16"/>
          </p:nvPr>
        </p:nvSpPr>
        <p:spPr>
          <a:xfrm>
            <a:off x="334433" y="5184000"/>
            <a:ext cx="11520000" cy="912000"/>
          </a:xfrm>
        </p:spPr>
        <p:txBody>
          <a:bodyPr anchor="ctr" anchorCtr="1"/>
          <a:lstStyle>
            <a:lvl1pPr marL="0" indent="0" algn="ctr">
              <a:spcBef>
                <a:spcPts val="0"/>
              </a:spcBef>
              <a:buNone/>
              <a:defRPr sz="2400" baseline="0">
                <a:solidFill>
                  <a:schemeClr val="accent1"/>
                </a:solidFill>
              </a:defRPr>
            </a:lvl1pPr>
          </a:lstStyle>
          <a:p>
            <a:pPr lvl="0"/>
            <a:r>
              <a:rPr lang="fr-FR"/>
              <a:t>Cliquez pour modifier les styles du texte du masque</a:t>
            </a:r>
          </a:p>
        </p:txBody>
      </p:sp>
      <p:sp>
        <p:nvSpPr>
          <p:cNvPr id="11" name="Rectangle 7"/>
          <p:cNvSpPr/>
          <p:nvPr/>
        </p:nvSpPr>
        <p:spPr>
          <a:xfrm>
            <a:off x="336000" y="1128000"/>
            <a:ext cx="11856000" cy="3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8"/>
          <p:cNvSpPr>
            <a:spLocks noGrp="1"/>
          </p:cNvSpPr>
          <p:nvPr>
            <p:ph type="dt" sz="half" idx="10"/>
          </p:nvPr>
        </p:nvSpPr>
        <p:spPr/>
        <p:txBody>
          <a:bodyPr/>
          <a:lstStyle/>
          <a:p>
            <a:r>
              <a:rPr lang="en-US"/>
              <a:t>| June 2021</a:t>
            </a:r>
          </a:p>
        </p:txBody>
      </p:sp>
      <p:sp>
        <p:nvSpPr>
          <p:cNvPr id="9" name="Slide Number Placeholder 9"/>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4220374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icture with Tag">
    <p:spTree>
      <p:nvGrpSpPr>
        <p:cNvPr id="1" name=""/>
        <p:cNvGrpSpPr/>
        <p:nvPr/>
      </p:nvGrpSpPr>
      <p:grpSpPr>
        <a:xfrm>
          <a:off x="0" y="0"/>
          <a:ext cx="0" cy="0"/>
          <a:chOff x="0" y="0"/>
          <a:chExt cx="0" cy="0"/>
        </a:xfrm>
      </p:grpSpPr>
      <p:sp>
        <p:nvSpPr>
          <p:cNvPr id="11" name="Rectangle 1"/>
          <p:cNvSpPr/>
          <p:nvPr/>
        </p:nvSpPr>
        <p:spPr bwMode="gray">
          <a:xfrm>
            <a:off x="288000" y="1080000"/>
            <a:ext cx="11904000" cy="1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Picture Placeholder 2"/>
          <p:cNvSpPr>
            <a:spLocks noGrp="1" noChangeAspect="1"/>
          </p:cNvSpPr>
          <p:nvPr>
            <p:ph type="pic" sz="quarter" idx="14"/>
          </p:nvPr>
        </p:nvSpPr>
        <p:spPr>
          <a:xfrm>
            <a:off x="0" y="0"/>
            <a:ext cx="12192000" cy="6096000"/>
          </a:xfrm>
          <a:custGeom>
            <a:avLst/>
            <a:gdLst/>
            <a:ahLst/>
            <a:cxnLst/>
            <a:rect l="l" t="t" r="r" b="b"/>
            <a:pathLst>
              <a:path w="9144000" h="4572000">
                <a:moveTo>
                  <a:pt x="0" y="0"/>
                </a:moveTo>
                <a:lnTo>
                  <a:pt x="9144000" y="0"/>
                </a:lnTo>
                <a:lnTo>
                  <a:pt x="9144000" y="846001"/>
                </a:lnTo>
                <a:lnTo>
                  <a:pt x="252000" y="846001"/>
                </a:lnTo>
                <a:lnTo>
                  <a:pt x="252000" y="871201"/>
                </a:lnTo>
                <a:lnTo>
                  <a:pt x="9144000" y="871201"/>
                </a:lnTo>
                <a:lnTo>
                  <a:pt x="9144000" y="4572000"/>
                </a:lnTo>
                <a:lnTo>
                  <a:pt x="0" y="4572000"/>
                </a:lnTo>
                <a:close/>
              </a:path>
            </a:pathLst>
          </a:custGeom>
          <a:solidFill>
            <a:schemeClr val="bg1">
              <a:lumMod val="95000"/>
            </a:schemeClr>
          </a:solidFill>
        </p:spPr>
        <p:txBody>
          <a:bodyPr tIns="1260000" bIns="0" anchor="t" anchorCtr="1"/>
          <a:lstStyle>
            <a:lvl1pPr marL="0" indent="0" algn="ctr">
              <a:buNone/>
              <a:defRPr sz="1867" i="1"/>
            </a:lvl1pPr>
          </a:lstStyle>
          <a:p>
            <a:r>
              <a:rPr lang="fr-FR"/>
              <a:t>Cliquez sur l'icône pour ajouter une image</a:t>
            </a:r>
            <a:endParaRPr lang="en-US"/>
          </a:p>
        </p:txBody>
      </p:sp>
      <p:sp>
        <p:nvSpPr>
          <p:cNvPr id="2" name="Title 3"/>
          <p:cNvSpPr>
            <a:spLocks noGrp="1"/>
          </p:cNvSpPr>
          <p:nvPr>
            <p:ph type="title"/>
          </p:nvPr>
        </p:nvSpPr>
        <p:spPr/>
        <p:txBody>
          <a:bodyPr/>
          <a:lstStyle>
            <a:lvl1pPr>
              <a:defRPr/>
            </a:lvl1pPr>
          </a:lstStyle>
          <a:p>
            <a:r>
              <a:rPr lang="fr-FR"/>
              <a:t>Modifiez le style du titre</a:t>
            </a:r>
            <a:endParaRPr lang="en-US"/>
          </a:p>
        </p:txBody>
      </p:sp>
      <p:sp>
        <p:nvSpPr>
          <p:cNvPr id="3" name="Text Placeholder 4"/>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5" name="Text Placeholder 5"/>
          <p:cNvSpPr>
            <a:spLocks noGrp="1"/>
          </p:cNvSpPr>
          <p:nvPr>
            <p:ph type="body" sz="quarter" idx="13"/>
          </p:nvPr>
        </p:nvSpPr>
        <p:spPr bwMode="gray">
          <a:xfrm>
            <a:off x="1" y="2565400"/>
            <a:ext cx="5232000" cy="1488000"/>
          </a:xfrm>
          <a:gradFill>
            <a:gsLst>
              <a:gs pos="0">
                <a:schemeClr val="accent1"/>
              </a:gs>
              <a:gs pos="100000">
                <a:srgbClr val="00A1DE"/>
              </a:gs>
            </a:gsLst>
            <a:lin ang="0" scaled="1"/>
          </a:gradFill>
        </p:spPr>
        <p:txBody>
          <a:bodyPr lIns="252000" tIns="72000" rIns="144000" bIns="72000" anchor="ctr" anchorCtr="0"/>
          <a:lstStyle>
            <a:lvl1pPr marL="0" indent="0">
              <a:spcBef>
                <a:spcPts val="0"/>
              </a:spcBef>
              <a:buNone/>
              <a:defRPr sz="2400" b="1">
                <a:solidFill>
                  <a:schemeClr val="bg1"/>
                </a:solidFill>
              </a:defRPr>
            </a:lvl1pPr>
          </a:lstStyle>
          <a:p>
            <a:pPr lvl="0"/>
            <a:r>
              <a:rPr lang="fr-FR"/>
              <a:t>Cliquez pour modifier les styles du texte du masque</a:t>
            </a:r>
          </a:p>
        </p:txBody>
      </p:sp>
      <p:sp>
        <p:nvSpPr>
          <p:cNvPr id="7" name="Date Placeholder 6"/>
          <p:cNvSpPr>
            <a:spLocks noGrp="1"/>
          </p:cNvSpPr>
          <p:nvPr>
            <p:ph type="dt" sz="half" idx="10"/>
          </p:nvPr>
        </p:nvSpPr>
        <p:spPr/>
        <p:txBody>
          <a:bodyPr/>
          <a:lstStyle/>
          <a:p>
            <a:r>
              <a:rPr lang="en-US"/>
              <a:t>| June 2021</a:t>
            </a:r>
          </a:p>
        </p:txBody>
      </p:sp>
      <p:sp>
        <p:nvSpPr>
          <p:cNvPr id="9" name="Slide Number Placeholder 7"/>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33808911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only">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r>
              <a:rPr lang="en-US"/>
              <a:t>| June 2021</a:t>
            </a:r>
          </a:p>
        </p:txBody>
      </p:sp>
      <p:sp>
        <p:nvSpPr>
          <p:cNvPr id="9" name="Slide Number Placeholder 7"/>
          <p:cNvSpPr>
            <a:spLocks noGrp="1"/>
          </p:cNvSpPr>
          <p:nvPr>
            <p:ph type="sldNum" sz="quarter" idx="12"/>
          </p:nvPr>
        </p:nvSpPr>
        <p:spPr/>
        <p:txBody>
          <a:bodyPr/>
          <a:lstStyle/>
          <a:p>
            <a:fld id="{7EA53A00-BFB8-486B-9127-67E82CD52B70}" type="slidenum">
              <a:rPr lang="en-US" smtClean="0"/>
              <a:t>‹N°›</a:t>
            </a:fld>
            <a:endParaRPr lang="en-US"/>
          </a:p>
        </p:txBody>
      </p:sp>
      <p:sp>
        <p:nvSpPr>
          <p:cNvPr id="12" name="Picture Placeholder 2"/>
          <p:cNvSpPr>
            <a:spLocks noGrp="1" noChangeAspect="1"/>
          </p:cNvSpPr>
          <p:nvPr>
            <p:ph type="pic" sz="quarter" idx="14"/>
          </p:nvPr>
        </p:nvSpPr>
        <p:spPr>
          <a:xfrm>
            <a:off x="0" y="0"/>
            <a:ext cx="12192000" cy="6096000"/>
          </a:xfrm>
          <a:custGeom>
            <a:avLst/>
            <a:gdLst>
              <a:gd name="connsiteX0" fmla="*/ 0 w 9144000"/>
              <a:gd name="connsiteY0" fmla="*/ 0 h 4572000"/>
              <a:gd name="connsiteX1" fmla="*/ 9144000 w 9144000"/>
              <a:gd name="connsiteY1" fmla="*/ 0 h 4572000"/>
              <a:gd name="connsiteX2" fmla="*/ 9144000 w 9144000"/>
              <a:gd name="connsiteY2" fmla="*/ 846001 h 4572000"/>
              <a:gd name="connsiteX3" fmla="*/ 252000 w 9144000"/>
              <a:gd name="connsiteY3" fmla="*/ 846001 h 4572000"/>
              <a:gd name="connsiteX4" fmla="*/ 9144000 w 9144000"/>
              <a:gd name="connsiteY4" fmla="*/ 871201 h 4572000"/>
              <a:gd name="connsiteX5" fmla="*/ 9144000 w 9144000"/>
              <a:gd name="connsiteY5" fmla="*/ 4572000 h 4572000"/>
              <a:gd name="connsiteX6" fmla="*/ 0 w 9144000"/>
              <a:gd name="connsiteY6" fmla="*/ 4572000 h 4572000"/>
              <a:gd name="connsiteX7" fmla="*/ 0 w 9144000"/>
              <a:gd name="connsiteY7" fmla="*/ 0 h 4572000"/>
              <a:gd name="connsiteX0" fmla="*/ 0 w 9144000"/>
              <a:gd name="connsiteY0" fmla="*/ 0 h 4572000"/>
              <a:gd name="connsiteX1" fmla="*/ 9144000 w 9144000"/>
              <a:gd name="connsiteY1" fmla="*/ 0 h 4572000"/>
              <a:gd name="connsiteX2" fmla="*/ 9144000 w 9144000"/>
              <a:gd name="connsiteY2" fmla="*/ 846001 h 4572000"/>
              <a:gd name="connsiteX3" fmla="*/ 9144000 w 9144000"/>
              <a:gd name="connsiteY3" fmla="*/ 871201 h 4572000"/>
              <a:gd name="connsiteX4" fmla="*/ 9144000 w 9144000"/>
              <a:gd name="connsiteY4" fmla="*/ 4572000 h 4572000"/>
              <a:gd name="connsiteX5" fmla="*/ 0 w 9144000"/>
              <a:gd name="connsiteY5" fmla="*/ 4572000 h 4572000"/>
              <a:gd name="connsiteX6" fmla="*/ 0 w 9144000"/>
              <a:gd name="connsiteY6" fmla="*/ 0 h 4572000"/>
              <a:gd name="connsiteX0" fmla="*/ 0 w 9144000"/>
              <a:gd name="connsiteY0" fmla="*/ 0 h 4572000"/>
              <a:gd name="connsiteX1" fmla="*/ 9144000 w 9144000"/>
              <a:gd name="connsiteY1" fmla="*/ 0 h 4572000"/>
              <a:gd name="connsiteX2" fmla="*/ 9144000 w 9144000"/>
              <a:gd name="connsiteY2" fmla="*/ 846001 h 4572000"/>
              <a:gd name="connsiteX3" fmla="*/ 9144000 w 9144000"/>
              <a:gd name="connsiteY3" fmla="*/ 4572000 h 4572000"/>
              <a:gd name="connsiteX4" fmla="*/ 0 w 9144000"/>
              <a:gd name="connsiteY4" fmla="*/ 4572000 h 4572000"/>
              <a:gd name="connsiteX5" fmla="*/ 0 w 9144000"/>
              <a:gd name="connsiteY5" fmla="*/ 0 h 4572000"/>
              <a:gd name="connsiteX0" fmla="*/ 0 w 9144000"/>
              <a:gd name="connsiteY0" fmla="*/ 0 h 4572000"/>
              <a:gd name="connsiteX1" fmla="*/ 9144000 w 9144000"/>
              <a:gd name="connsiteY1" fmla="*/ 0 h 4572000"/>
              <a:gd name="connsiteX2" fmla="*/ 9144000 w 9144000"/>
              <a:gd name="connsiteY2" fmla="*/ 4572000 h 4572000"/>
              <a:gd name="connsiteX3" fmla="*/ 0 w 9144000"/>
              <a:gd name="connsiteY3" fmla="*/ 4572000 h 4572000"/>
              <a:gd name="connsiteX4" fmla="*/ 0 w 9144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4572000">
                <a:moveTo>
                  <a:pt x="0" y="0"/>
                </a:moveTo>
                <a:lnTo>
                  <a:pt x="9144000" y="0"/>
                </a:lnTo>
                <a:lnTo>
                  <a:pt x="9144000" y="4572000"/>
                </a:lnTo>
                <a:lnTo>
                  <a:pt x="0" y="4572000"/>
                </a:lnTo>
                <a:lnTo>
                  <a:pt x="0" y="0"/>
                </a:lnTo>
                <a:close/>
              </a:path>
            </a:pathLst>
          </a:custGeom>
          <a:solidFill>
            <a:schemeClr val="bg1">
              <a:lumMod val="95000"/>
            </a:schemeClr>
          </a:solidFill>
        </p:spPr>
        <p:txBody>
          <a:bodyPr tIns="1260000" bIns="0" anchor="t" anchorCtr="1"/>
          <a:lstStyle>
            <a:lvl1pPr marL="0" indent="0" algn="ctr">
              <a:buNone/>
              <a:defRPr sz="1867" i="1"/>
            </a:lvl1pPr>
          </a:lstStyle>
          <a:p>
            <a:r>
              <a:rPr lang="fr-FR"/>
              <a:t>Cliquez sur l'icône pour ajouter une image</a:t>
            </a:r>
            <a:endParaRPr lang="en-US"/>
          </a:p>
        </p:txBody>
      </p:sp>
    </p:spTree>
    <p:extLst>
      <p:ext uri="{BB962C8B-B14F-4D97-AF65-F5344CB8AC3E}">
        <p14:creationId xmlns:p14="http://schemas.microsoft.com/office/powerpoint/2010/main" val="1445819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Header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5" name="Text Placeholder 3"/>
          <p:cNvSpPr>
            <a:spLocks noGrp="1"/>
          </p:cNvSpPr>
          <p:nvPr>
            <p:ph type="body" sz="quarter" idx="13"/>
          </p:nvPr>
        </p:nvSpPr>
        <p:spPr bwMode="gray">
          <a:xfrm>
            <a:off x="0" y="1632000"/>
            <a:ext cx="6096000" cy="580800"/>
          </a:xfrm>
          <a:solidFill>
            <a:schemeClr val="accent1"/>
          </a:solidFill>
        </p:spPr>
        <p:txBody>
          <a:bodyPr lIns="252000" anchor="ctr" anchorCtr="0"/>
          <a:lstStyle>
            <a:lvl1pPr marL="0" indent="0">
              <a:spcBef>
                <a:spcPts val="0"/>
              </a:spcBef>
              <a:buNone/>
              <a:defRPr sz="2400" b="1">
                <a:solidFill>
                  <a:schemeClr val="bg1"/>
                </a:solidFill>
              </a:defRPr>
            </a:lvl1pPr>
          </a:lstStyle>
          <a:p>
            <a:pPr lvl="0"/>
            <a:r>
              <a:rPr lang="fr-FR"/>
              <a:t>Cliquez pour modifier les styles du texte du masque</a:t>
            </a:r>
          </a:p>
        </p:txBody>
      </p:sp>
      <p:sp>
        <p:nvSpPr>
          <p:cNvPr id="6" name="Table Placeholder 4"/>
          <p:cNvSpPr>
            <a:spLocks noGrp="1"/>
          </p:cNvSpPr>
          <p:nvPr>
            <p:ph type="tbl" sz="quarter" idx="14"/>
          </p:nvPr>
        </p:nvSpPr>
        <p:spPr bwMode="gray">
          <a:xfrm>
            <a:off x="0" y="2208000"/>
            <a:ext cx="12192000" cy="3888317"/>
          </a:xfrm>
        </p:spPr>
        <p:txBody>
          <a:bodyPr tIns="108000" anchor="t" anchorCtr="1"/>
          <a:lstStyle>
            <a:lvl1pPr marL="0" indent="0">
              <a:buNone/>
              <a:defRPr sz="1867"/>
            </a:lvl1pPr>
          </a:lstStyle>
          <a:p>
            <a:r>
              <a:rPr lang="fr-FR"/>
              <a:t>Cliquez sur l'icône pour ajouter un tableau</a:t>
            </a:r>
            <a:endParaRPr lang="en-US"/>
          </a:p>
        </p:txBody>
      </p:sp>
      <p:sp>
        <p:nvSpPr>
          <p:cNvPr id="8" name="Rectangle 5"/>
          <p:cNvSpPr/>
          <p:nvPr/>
        </p:nvSpPr>
        <p:spPr>
          <a:xfrm>
            <a:off x="336000" y="1128000"/>
            <a:ext cx="11856000" cy="3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6"/>
          <p:cNvSpPr>
            <a:spLocks noGrp="1"/>
          </p:cNvSpPr>
          <p:nvPr>
            <p:ph type="dt" sz="half" idx="10"/>
          </p:nvPr>
        </p:nvSpPr>
        <p:spPr/>
        <p:txBody>
          <a:bodyPr/>
          <a:lstStyle/>
          <a:p>
            <a:r>
              <a:rPr lang="en-US"/>
              <a:t>| June 2021</a:t>
            </a:r>
          </a:p>
        </p:txBody>
      </p:sp>
      <p:sp>
        <p:nvSpPr>
          <p:cNvPr id="9" name="Slide Number Placeholder 7"/>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273742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6" name="Table Placeholder 3"/>
          <p:cNvSpPr>
            <a:spLocks noGrp="1"/>
          </p:cNvSpPr>
          <p:nvPr>
            <p:ph type="tbl" sz="quarter" idx="14"/>
          </p:nvPr>
        </p:nvSpPr>
        <p:spPr bwMode="gray">
          <a:xfrm>
            <a:off x="0" y="1632000"/>
            <a:ext cx="10080000" cy="4464000"/>
          </a:xfrm>
        </p:spPr>
        <p:txBody>
          <a:bodyPr tIns="108000" anchor="t" anchorCtr="1"/>
          <a:lstStyle>
            <a:lvl1pPr marL="0" indent="0">
              <a:buNone/>
              <a:defRPr sz="1867"/>
            </a:lvl1pPr>
          </a:lstStyle>
          <a:p>
            <a:r>
              <a:rPr lang="fr-FR"/>
              <a:t>Cliquez sur l'icône pour ajouter un tableau</a:t>
            </a:r>
            <a:endParaRPr lang="en-US"/>
          </a:p>
        </p:txBody>
      </p:sp>
      <p:sp>
        <p:nvSpPr>
          <p:cNvPr id="10" name="Rectangle 4"/>
          <p:cNvSpPr/>
          <p:nvPr/>
        </p:nvSpPr>
        <p:spPr>
          <a:xfrm>
            <a:off x="336000" y="1128000"/>
            <a:ext cx="11856000" cy="3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5"/>
          <p:cNvSpPr>
            <a:spLocks noGrp="1"/>
          </p:cNvSpPr>
          <p:nvPr>
            <p:ph type="dt" sz="half" idx="10"/>
          </p:nvPr>
        </p:nvSpPr>
        <p:spPr/>
        <p:txBody>
          <a:bodyPr/>
          <a:lstStyle/>
          <a:p>
            <a:r>
              <a:rPr lang="en-US"/>
              <a:t>| June 2021</a:t>
            </a:r>
          </a:p>
        </p:txBody>
      </p:sp>
      <p:sp>
        <p:nvSpPr>
          <p:cNvPr id="9" name="Slide Number Placeholder 6"/>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11154650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2 Picts">
    <p:spTree>
      <p:nvGrpSpPr>
        <p:cNvPr id="1" name=""/>
        <p:cNvGrpSpPr/>
        <p:nvPr/>
      </p:nvGrpSpPr>
      <p:grpSpPr>
        <a:xfrm>
          <a:off x="0" y="0"/>
          <a:ext cx="0" cy="0"/>
          <a:chOff x="0" y="0"/>
          <a:chExt cx="0" cy="0"/>
        </a:xfrm>
      </p:grpSpPr>
      <p:sp>
        <p:nvSpPr>
          <p:cNvPr id="2" name="Title 1"/>
          <p:cNvSpPr>
            <a:spLocks noGrp="1"/>
          </p:cNvSpPr>
          <p:nvPr>
            <p:ph type="title"/>
          </p:nvPr>
        </p:nvSpPr>
        <p:spPr>
          <a:xfrm>
            <a:off x="334433" y="240000"/>
            <a:ext cx="11520000" cy="480000"/>
          </a:xfrm>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vert="horz" lIns="0" tIns="0" rIns="0" bIns="0" rtlCol="0">
            <a:noAutofit/>
          </a:bodyPr>
          <a:lstStyle>
            <a:lvl1pPr marL="0" indent="0">
              <a:lnSpc>
                <a:spcPct val="90000"/>
              </a:lnSpc>
              <a:spcBef>
                <a:spcPts val="0"/>
              </a:spcBef>
              <a:buNone/>
              <a:defRPr lang="en-US" sz="2133" b="1" cap="all" baseline="0" smtClean="0"/>
            </a:lvl1pPr>
          </a:lstStyle>
          <a:p>
            <a:pPr marL="0" lvl="0" indent="0">
              <a:spcBef>
                <a:spcPts val="0"/>
              </a:spcBef>
            </a:pPr>
            <a:r>
              <a:rPr lang="fr-FR"/>
              <a:t>Cliquez pour modifier les styles du texte du masque</a:t>
            </a:r>
          </a:p>
        </p:txBody>
      </p:sp>
      <p:sp>
        <p:nvSpPr>
          <p:cNvPr id="4" name="Content Placeholder 3"/>
          <p:cNvSpPr>
            <a:spLocks noGrp="1"/>
          </p:cNvSpPr>
          <p:nvPr>
            <p:ph sz="half" idx="2"/>
          </p:nvPr>
        </p:nvSpPr>
        <p:spPr bwMode="auto">
          <a:xfrm>
            <a:off x="334432" y="1632000"/>
            <a:ext cx="5616000" cy="4464000"/>
          </a:xfrm>
          <a:noFill/>
        </p:spPr>
        <p:txBody>
          <a:bodyPr lIns="0" tIns="0" rIns="0" bIns="0"/>
          <a:lstStyle>
            <a:lvl1pPr>
              <a:spcBef>
                <a:spcPts val="400"/>
              </a:spcBef>
              <a:defRPr sz="2133"/>
            </a:lvl1pPr>
            <a:lvl2pPr>
              <a:spcBef>
                <a:spcPts val="400"/>
              </a:spcBef>
              <a:defRPr sz="1867"/>
            </a:lvl2pPr>
            <a:lvl3pPr>
              <a:spcBef>
                <a:spcPts val="400"/>
              </a:spcBef>
              <a:defRPr sz="1600"/>
            </a:lvl3pPr>
            <a:lvl4pPr>
              <a:spcBef>
                <a:spcPts val="400"/>
              </a:spcBef>
              <a:defRPr sz="1600"/>
            </a:lvl4pPr>
            <a:lvl5pPr>
              <a:spcBef>
                <a:spcPts val="400"/>
              </a:spcBef>
              <a:defRPr sz="1600"/>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Picture Placeholder 4"/>
          <p:cNvSpPr>
            <a:spLocks noGrp="1" noChangeAspect="1"/>
          </p:cNvSpPr>
          <p:nvPr>
            <p:ph type="pic" sz="quarter" idx="13"/>
          </p:nvPr>
        </p:nvSpPr>
        <p:spPr>
          <a:xfrm>
            <a:off x="6240000" y="1632000"/>
            <a:ext cx="5616000" cy="2160000"/>
          </a:xfrm>
          <a:solidFill>
            <a:schemeClr val="bg1">
              <a:lumMod val="95000"/>
            </a:schemeClr>
          </a:solidFill>
        </p:spPr>
        <p:txBody>
          <a:bodyPr tIns="108000" bIns="0" anchor="t" anchorCtr="1"/>
          <a:lstStyle>
            <a:lvl1pPr marL="0" indent="0" algn="ctr">
              <a:spcBef>
                <a:spcPts val="0"/>
              </a:spcBef>
              <a:buNone/>
              <a:defRPr sz="1867" i="1"/>
            </a:lvl1pPr>
          </a:lstStyle>
          <a:p>
            <a:r>
              <a:rPr lang="fr-FR"/>
              <a:t>Cliquez sur l'icône pour ajouter une image</a:t>
            </a:r>
            <a:endParaRPr lang="en-US"/>
          </a:p>
        </p:txBody>
      </p:sp>
      <p:sp>
        <p:nvSpPr>
          <p:cNvPr id="12" name="Picture Placeholder 5"/>
          <p:cNvSpPr>
            <a:spLocks noGrp="1" noChangeAspect="1"/>
          </p:cNvSpPr>
          <p:nvPr>
            <p:ph type="pic" sz="quarter" idx="14"/>
          </p:nvPr>
        </p:nvSpPr>
        <p:spPr>
          <a:xfrm>
            <a:off x="6240000" y="3936000"/>
            <a:ext cx="5616000" cy="2160000"/>
          </a:xfrm>
          <a:solidFill>
            <a:schemeClr val="bg1">
              <a:lumMod val="95000"/>
            </a:schemeClr>
          </a:solidFill>
        </p:spPr>
        <p:txBody>
          <a:bodyPr vert="horz" lIns="0" tIns="108000" rIns="0" bIns="0" rtlCol="0" anchor="t" anchorCtr="1">
            <a:noAutofit/>
          </a:bodyPr>
          <a:lstStyle>
            <a:lvl1pPr marL="0" indent="-380990" algn="ctr">
              <a:spcBef>
                <a:spcPts val="0"/>
              </a:spcBef>
              <a:buFont typeface="Arial" panose="020B0604020202020204" pitchFamily="34" charset="0"/>
              <a:buNone/>
              <a:defRPr lang="en-US" sz="1867" i="1"/>
            </a:lvl1pPr>
          </a:lstStyle>
          <a:p>
            <a:pPr marL="0" lvl="0" indent="0">
              <a:spcBef>
                <a:spcPts val="0"/>
              </a:spcBef>
            </a:pPr>
            <a:r>
              <a:rPr lang="fr-FR"/>
              <a:t>Cliquez sur l'icône pour ajouter une image</a:t>
            </a:r>
            <a:endParaRPr lang="en-US"/>
          </a:p>
        </p:txBody>
      </p:sp>
      <p:sp>
        <p:nvSpPr>
          <p:cNvPr id="10" name="Rectangle 6"/>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7"/>
          <p:cNvSpPr>
            <a:spLocks noGrp="1"/>
          </p:cNvSpPr>
          <p:nvPr>
            <p:ph type="dt" sz="half" idx="10"/>
          </p:nvPr>
        </p:nvSpPr>
        <p:spPr/>
        <p:txBody>
          <a:bodyPr/>
          <a:lstStyle/>
          <a:p>
            <a:r>
              <a:rPr lang="en-US"/>
              <a:t>| June 2021</a:t>
            </a:r>
          </a:p>
        </p:txBody>
      </p:sp>
      <p:sp>
        <p:nvSpPr>
          <p:cNvPr id="9" name="Slide Number Placeholder 8"/>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38192294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2 Picts Lo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vert="horz" lIns="0" tIns="0" rIns="0" bIns="0" rtlCol="0">
            <a:noAutofit/>
          </a:bodyPr>
          <a:lstStyle>
            <a:lvl1pPr marL="0" indent="0">
              <a:lnSpc>
                <a:spcPct val="90000"/>
              </a:lnSpc>
              <a:spcBef>
                <a:spcPts val="0"/>
              </a:spcBef>
              <a:buNone/>
              <a:defRPr lang="en-US" sz="2133" b="1" cap="all" baseline="0" smtClean="0"/>
            </a:lvl1pPr>
          </a:lstStyle>
          <a:p>
            <a:pPr marL="0" lvl="0" indent="0">
              <a:spcBef>
                <a:spcPts val="0"/>
              </a:spcBef>
            </a:pPr>
            <a:r>
              <a:rPr lang="fr-FR"/>
              <a:t>Cliquez pour modifier les styles du texte du masque</a:t>
            </a:r>
          </a:p>
        </p:txBody>
      </p:sp>
      <p:sp>
        <p:nvSpPr>
          <p:cNvPr id="4" name="Content Placeholder 3"/>
          <p:cNvSpPr>
            <a:spLocks noGrp="1"/>
          </p:cNvSpPr>
          <p:nvPr>
            <p:ph sz="half" idx="2"/>
          </p:nvPr>
        </p:nvSpPr>
        <p:spPr bwMode="auto">
          <a:xfrm>
            <a:off x="334433" y="1632000"/>
            <a:ext cx="5616000" cy="2592000"/>
          </a:xfrm>
          <a:noFill/>
        </p:spPr>
        <p:txBody>
          <a:bodyPr lIns="0" tIns="0" rIns="0" bIns="0"/>
          <a:lstStyle>
            <a:lvl1pPr marL="239994" indent="-239994">
              <a:spcBef>
                <a:spcPts val="400"/>
              </a:spcBef>
              <a:buFont typeface="Arial" panose="020B0604020202020204" pitchFamily="34" charset="0"/>
              <a:buChar char="•"/>
              <a:defRPr sz="1867" b="0"/>
            </a:lvl1pPr>
            <a:lvl2pPr>
              <a:spcBef>
                <a:spcPts val="400"/>
              </a:spcBef>
              <a:defRPr sz="1600"/>
            </a:lvl2pPr>
            <a:lvl3pPr>
              <a:spcBef>
                <a:spcPts val="400"/>
              </a:spcBef>
              <a:defRPr sz="1467"/>
            </a:lvl3pPr>
            <a:lvl4pPr>
              <a:spcBef>
                <a:spcPts val="400"/>
              </a:spcBef>
              <a:defRPr sz="1467"/>
            </a:lvl4pPr>
            <a:lvl5pPr>
              <a:spcBef>
                <a:spcPts val="400"/>
              </a:spcBef>
              <a:defRPr sz="1467"/>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Picture Placeholder 4"/>
          <p:cNvSpPr>
            <a:spLocks noGrp="1" noChangeAspect="1"/>
          </p:cNvSpPr>
          <p:nvPr>
            <p:ph type="pic" sz="quarter" idx="13"/>
          </p:nvPr>
        </p:nvSpPr>
        <p:spPr>
          <a:xfrm>
            <a:off x="334434" y="4368000"/>
            <a:ext cx="5617633" cy="1728000"/>
          </a:xfrm>
          <a:solidFill>
            <a:schemeClr val="bg1">
              <a:lumMod val="95000"/>
            </a:schemeClr>
          </a:solidFill>
        </p:spPr>
        <p:txBody>
          <a:bodyPr tIns="108000" bIns="0" anchor="t" anchorCtr="1"/>
          <a:lstStyle>
            <a:lvl1pPr marL="0" indent="0" algn="ctr">
              <a:spcBef>
                <a:spcPts val="0"/>
              </a:spcBef>
              <a:buNone/>
              <a:defRPr sz="1600" i="1"/>
            </a:lvl1pPr>
          </a:lstStyle>
          <a:p>
            <a:r>
              <a:rPr lang="fr-FR"/>
              <a:t>Cliquez sur l'icône pour ajouter une image</a:t>
            </a:r>
            <a:endParaRPr lang="en-US"/>
          </a:p>
        </p:txBody>
      </p:sp>
      <p:sp>
        <p:nvSpPr>
          <p:cNvPr id="6" name="Content Placeholder 5"/>
          <p:cNvSpPr>
            <a:spLocks noGrp="1"/>
          </p:cNvSpPr>
          <p:nvPr>
            <p:ph sz="quarter" idx="4"/>
          </p:nvPr>
        </p:nvSpPr>
        <p:spPr bwMode="auto">
          <a:xfrm>
            <a:off x="6238433" y="1632000"/>
            <a:ext cx="5616000" cy="2592000"/>
          </a:xfrm>
          <a:noFill/>
        </p:spPr>
        <p:txBody>
          <a:bodyPr lIns="0" tIns="0" rIns="0" bIns="0"/>
          <a:lstStyle>
            <a:lvl1pPr marL="239994" indent="-239994">
              <a:spcBef>
                <a:spcPts val="400"/>
              </a:spcBef>
              <a:buFont typeface="Arial" panose="020B0604020202020204" pitchFamily="34" charset="0"/>
              <a:buChar char="•"/>
              <a:defRPr sz="1867" b="0"/>
            </a:lvl1pPr>
            <a:lvl2pPr>
              <a:spcBef>
                <a:spcPts val="400"/>
              </a:spcBef>
              <a:defRPr sz="1600"/>
            </a:lvl2pPr>
            <a:lvl3pPr>
              <a:spcBef>
                <a:spcPts val="400"/>
              </a:spcBef>
              <a:defRPr sz="1467"/>
            </a:lvl3pPr>
            <a:lvl4pPr>
              <a:spcBef>
                <a:spcPts val="400"/>
              </a:spcBef>
              <a:defRPr sz="1467"/>
            </a:lvl4pPr>
            <a:lvl5pPr>
              <a:spcBef>
                <a:spcPts val="400"/>
              </a:spcBef>
              <a:defRPr sz="1467"/>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Picture Placeholder 6"/>
          <p:cNvSpPr>
            <a:spLocks noGrp="1" noChangeAspect="1"/>
          </p:cNvSpPr>
          <p:nvPr>
            <p:ph type="pic" sz="quarter" idx="14"/>
          </p:nvPr>
        </p:nvSpPr>
        <p:spPr>
          <a:xfrm>
            <a:off x="6238433" y="4368000"/>
            <a:ext cx="5616000" cy="1728000"/>
          </a:xfrm>
          <a:solidFill>
            <a:schemeClr val="bg1">
              <a:lumMod val="95000"/>
            </a:schemeClr>
          </a:solidFill>
        </p:spPr>
        <p:txBody>
          <a:bodyPr tIns="108000" bIns="0" anchor="t" anchorCtr="1"/>
          <a:lstStyle>
            <a:lvl1pPr marL="0" indent="0" algn="ctr">
              <a:spcBef>
                <a:spcPts val="0"/>
              </a:spcBef>
              <a:buNone/>
              <a:defRPr sz="1600" i="1"/>
            </a:lvl1pPr>
          </a:lstStyle>
          <a:p>
            <a:r>
              <a:rPr lang="fr-FR"/>
              <a:t>Cliquez sur l'icône pour ajouter une image</a:t>
            </a:r>
            <a:endParaRPr lang="en-US"/>
          </a:p>
        </p:txBody>
      </p:sp>
      <p:sp>
        <p:nvSpPr>
          <p:cNvPr id="10" name="Rectangle 7"/>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8"/>
          <p:cNvSpPr>
            <a:spLocks noGrp="1"/>
          </p:cNvSpPr>
          <p:nvPr>
            <p:ph type="dt" sz="half" idx="10"/>
          </p:nvPr>
        </p:nvSpPr>
        <p:spPr/>
        <p:txBody>
          <a:bodyPr/>
          <a:lstStyle/>
          <a:p>
            <a:r>
              <a:rPr lang="en-US"/>
              <a:t>| June 2021</a:t>
            </a:r>
          </a:p>
        </p:txBody>
      </p:sp>
      <p:sp>
        <p:nvSpPr>
          <p:cNvPr id="9" name="Slide Number Placeholder 9"/>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33945005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xt, 3 Picts Lo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vert="horz" lIns="0" tIns="0" rIns="0" bIns="0" rtlCol="0">
            <a:noAutofit/>
          </a:bodyPr>
          <a:lstStyle>
            <a:lvl1pPr marL="0" indent="0">
              <a:lnSpc>
                <a:spcPct val="90000"/>
              </a:lnSpc>
              <a:spcBef>
                <a:spcPts val="0"/>
              </a:spcBef>
              <a:buNone/>
              <a:defRPr lang="en-US" sz="2133" b="1" cap="all" baseline="0" smtClean="0"/>
            </a:lvl1pPr>
          </a:lstStyle>
          <a:p>
            <a:pPr marL="0" lvl="0" indent="0">
              <a:spcBef>
                <a:spcPts val="0"/>
              </a:spcBef>
            </a:pPr>
            <a:r>
              <a:rPr lang="fr-FR"/>
              <a:t>Cliquez pour modifier les styles du texte du masque</a:t>
            </a:r>
          </a:p>
        </p:txBody>
      </p:sp>
      <p:sp>
        <p:nvSpPr>
          <p:cNvPr id="4" name="Content Placeholder 3"/>
          <p:cNvSpPr>
            <a:spLocks noGrp="1"/>
          </p:cNvSpPr>
          <p:nvPr>
            <p:ph sz="half" idx="2"/>
          </p:nvPr>
        </p:nvSpPr>
        <p:spPr bwMode="auto">
          <a:xfrm>
            <a:off x="334433" y="1632000"/>
            <a:ext cx="3648000" cy="2592000"/>
          </a:xfrm>
          <a:noFill/>
        </p:spPr>
        <p:txBody>
          <a:bodyPr lIns="0" tIns="0" rIns="0" bIns="0"/>
          <a:lstStyle>
            <a:lvl1pPr marL="239994" indent="-239994">
              <a:spcBef>
                <a:spcPts val="400"/>
              </a:spcBef>
              <a:buFont typeface="Arial" panose="020B0604020202020204" pitchFamily="34" charset="0"/>
              <a:buChar char="•"/>
              <a:defRPr sz="1867" b="0"/>
            </a:lvl1pPr>
            <a:lvl2pPr>
              <a:spcBef>
                <a:spcPts val="400"/>
              </a:spcBef>
              <a:defRPr sz="1600"/>
            </a:lvl2pPr>
            <a:lvl3pPr>
              <a:spcBef>
                <a:spcPts val="400"/>
              </a:spcBef>
              <a:defRPr sz="1467"/>
            </a:lvl3pPr>
            <a:lvl4pPr>
              <a:spcBef>
                <a:spcPts val="400"/>
              </a:spcBef>
              <a:defRPr sz="1467"/>
            </a:lvl4pPr>
            <a:lvl5pPr>
              <a:spcBef>
                <a:spcPts val="400"/>
              </a:spcBef>
              <a:defRPr sz="1467"/>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Picture Placeholder 4"/>
          <p:cNvSpPr>
            <a:spLocks noGrp="1" noChangeAspect="1"/>
          </p:cNvSpPr>
          <p:nvPr>
            <p:ph type="pic" sz="quarter" idx="13"/>
          </p:nvPr>
        </p:nvSpPr>
        <p:spPr>
          <a:xfrm>
            <a:off x="334433" y="4368000"/>
            <a:ext cx="3648000" cy="1728000"/>
          </a:xfrm>
          <a:solidFill>
            <a:schemeClr val="bg1">
              <a:lumMod val="95000"/>
            </a:schemeClr>
          </a:solidFill>
        </p:spPr>
        <p:txBody>
          <a:bodyPr tIns="108000" bIns="0" anchor="t" anchorCtr="1"/>
          <a:lstStyle>
            <a:lvl1pPr marL="0" indent="0" algn="ctr">
              <a:spcBef>
                <a:spcPts val="0"/>
              </a:spcBef>
              <a:buNone/>
              <a:defRPr sz="1600" i="1"/>
            </a:lvl1pPr>
          </a:lstStyle>
          <a:p>
            <a:r>
              <a:rPr lang="fr-FR"/>
              <a:t>Cliquez sur l'icône pour ajouter une image</a:t>
            </a:r>
            <a:endParaRPr lang="en-US"/>
          </a:p>
        </p:txBody>
      </p:sp>
      <p:sp>
        <p:nvSpPr>
          <p:cNvPr id="6" name="Content Placeholder 5"/>
          <p:cNvSpPr>
            <a:spLocks noGrp="1"/>
          </p:cNvSpPr>
          <p:nvPr>
            <p:ph sz="quarter" idx="4"/>
          </p:nvPr>
        </p:nvSpPr>
        <p:spPr bwMode="auto">
          <a:xfrm>
            <a:off x="4272000" y="1632000"/>
            <a:ext cx="3648000" cy="2592000"/>
          </a:xfrm>
          <a:noFill/>
        </p:spPr>
        <p:txBody>
          <a:bodyPr lIns="0" tIns="0" rIns="0" bIns="0"/>
          <a:lstStyle>
            <a:lvl1pPr marL="239994" indent="-239994">
              <a:spcBef>
                <a:spcPts val="400"/>
              </a:spcBef>
              <a:buFont typeface="Arial" panose="020B0604020202020204" pitchFamily="34" charset="0"/>
              <a:buChar char="•"/>
              <a:defRPr sz="1867" b="0"/>
            </a:lvl1pPr>
            <a:lvl2pPr>
              <a:spcBef>
                <a:spcPts val="400"/>
              </a:spcBef>
              <a:defRPr sz="1600"/>
            </a:lvl2pPr>
            <a:lvl3pPr>
              <a:spcBef>
                <a:spcPts val="400"/>
              </a:spcBef>
              <a:defRPr sz="1467"/>
            </a:lvl3pPr>
            <a:lvl4pPr>
              <a:spcBef>
                <a:spcPts val="400"/>
              </a:spcBef>
              <a:defRPr sz="1467"/>
            </a:lvl4pPr>
            <a:lvl5pPr>
              <a:spcBef>
                <a:spcPts val="400"/>
              </a:spcBef>
              <a:defRPr sz="1467"/>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Picture Placeholder 6"/>
          <p:cNvSpPr>
            <a:spLocks noGrp="1" noChangeAspect="1"/>
          </p:cNvSpPr>
          <p:nvPr>
            <p:ph type="pic" sz="quarter" idx="14"/>
          </p:nvPr>
        </p:nvSpPr>
        <p:spPr>
          <a:xfrm>
            <a:off x="4272000" y="4368000"/>
            <a:ext cx="3648000" cy="1728000"/>
          </a:xfrm>
          <a:solidFill>
            <a:schemeClr val="bg1">
              <a:lumMod val="95000"/>
            </a:schemeClr>
          </a:solidFill>
        </p:spPr>
        <p:txBody>
          <a:bodyPr tIns="108000" bIns="0" anchor="t" anchorCtr="1"/>
          <a:lstStyle>
            <a:lvl1pPr marL="0" indent="0" algn="ctr">
              <a:spcBef>
                <a:spcPts val="0"/>
              </a:spcBef>
              <a:buNone/>
              <a:defRPr sz="1600" i="1"/>
            </a:lvl1pPr>
          </a:lstStyle>
          <a:p>
            <a:r>
              <a:rPr lang="fr-FR"/>
              <a:t>Cliquez sur l'icône pour ajouter une image</a:t>
            </a:r>
            <a:endParaRPr lang="en-US"/>
          </a:p>
        </p:txBody>
      </p:sp>
      <p:sp>
        <p:nvSpPr>
          <p:cNvPr id="12" name="Content Placeholder 7"/>
          <p:cNvSpPr>
            <a:spLocks noGrp="1"/>
          </p:cNvSpPr>
          <p:nvPr>
            <p:ph sz="quarter" idx="15"/>
          </p:nvPr>
        </p:nvSpPr>
        <p:spPr>
          <a:xfrm>
            <a:off x="8207999" y="1632001"/>
            <a:ext cx="3648000" cy="2592916"/>
          </a:xfrm>
        </p:spPr>
        <p:txBody>
          <a:bodyPr/>
          <a:lstStyle>
            <a:lvl1pPr>
              <a:spcBef>
                <a:spcPts val="400"/>
              </a:spcBef>
              <a:defRPr sz="1867"/>
            </a:lvl1pPr>
            <a:lvl2pPr>
              <a:spcBef>
                <a:spcPts val="400"/>
              </a:spcBef>
              <a:defRPr sz="1600"/>
            </a:lvl2pPr>
            <a:lvl3pPr>
              <a:spcBef>
                <a:spcPts val="400"/>
              </a:spcBef>
              <a:defRPr sz="1467"/>
            </a:lvl3pPr>
            <a:lvl4pPr>
              <a:spcBef>
                <a:spcPts val="400"/>
              </a:spcBef>
              <a:defRPr sz="1467"/>
            </a:lvl4pPr>
            <a:lvl5pPr>
              <a:spcBef>
                <a:spcPts val="400"/>
              </a:spcBef>
              <a:defRPr sz="1467"/>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Picture Placeholder 8"/>
          <p:cNvSpPr>
            <a:spLocks noGrp="1" noChangeAspect="1"/>
          </p:cNvSpPr>
          <p:nvPr>
            <p:ph type="pic" sz="quarter" idx="16"/>
          </p:nvPr>
        </p:nvSpPr>
        <p:spPr>
          <a:xfrm>
            <a:off x="8208000" y="4368000"/>
            <a:ext cx="3648000" cy="1728000"/>
          </a:xfrm>
          <a:solidFill>
            <a:schemeClr val="bg1">
              <a:lumMod val="95000"/>
            </a:schemeClr>
          </a:solidFill>
        </p:spPr>
        <p:txBody>
          <a:bodyPr tIns="108000" anchor="t" anchorCtr="1"/>
          <a:lstStyle>
            <a:lvl1pPr marL="0" marR="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sz="1600" i="1"/>
            </a:lvl1pPr>
          </a:lstStyle>
          <a:p>
            <a:r>
              <a:rPr lang="fr-FR"/>
              <a:t>Cliquez sur l'icône pour ajouter une image</a:t>
            </a:r>
            <a:endParaRPr lang="en-US"/>
          </a:p>
        </p:txBody>
      </p:sp>
      <p:sp>
        <p:nvSpPr>
          <p:cNvPr id="14" name="Rectangle 9"/>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10"/>
          <p:cNvSpPr>
            <a:spLocks noGrp="1"/>
          </p:cNvSpPr>
          <p:nvPr>
            <p:ph type="dt" sz="half" idx="10"/>
          </p:nvPr>
        </p:nvSpPr>
        <p:spPr/>
        <p:txBody>
          <a:bodyPr/>
          <a:lstStyle/>
          <a:p>
            <a:r>
              <a:rPr lang="en-US"/>
              <a:t>| June 2021</a:t>
            </a:r>
          </a:p>
        </p:txBody>
      </p:sp>
      <p:sp>
        <p:nvSpPr>
          <p:cNvPr id="9" name="Slide Number Placeholder 11"/>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21516019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4 Picts Lo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vert="horz" lIns="0" tIns="0" rIns="0" bIns="0" rtlCol="0">
            <a:noAutofit/>
          </a:bodyPr>
          <a:lstStyle>
            <a:lvl1pPr marL="0" indent="0">
              <a:lnSpc>
                <a:spcPct val="90000"/>
              </a:lnSpc>
              <a:spcBef>
                <a:spcPts val="0"/>
              </a:spcBef>
              <a:buFont typeface="Arial" panose="020B0604020202020204" pitchFamily="34" charset="0"/>
              <a:buNone/>
              <a:defRPr lang="en-US" sz="2133" b="1" cap="all" baseline="0" smtClean="0"/>
            </a:lvl1pPr>
          </a:lstStyle>
          <a:p>
            <a:pPr marL="0" lvl="0" indent="0">
              <a:spcBef>
                <a:spcPts val="0"/>
              </a:spcBef>
            </a:pPr>
            <a:r>
              <a:rPr lang="fr-FR"/>
              <a:t>Cliquez pour modifier les styles du texte du masque</a:t>
            </a:r>
          </a:p>
        </p:txBody>
      </p:sp>
      <p:sp>
        <p:nvSpPr>
          <p:cNvPr id="4" name="Content Placeholder 3"/>
          <p:cNvSpPr>
            <a:spLocks noGrp="1"/>
          </p:cNvSpPr>
          <p:nvPr>
            <p:ph sz="half" idx="2"/>
          </p:nvPr>
        </p:nvSpPr>
        <p:spPr bwMode="auto">
          <a:xfrm>
            <a:off x="334433" y="1632000"/>
            <a:ext cx="5616000" cy="2592000"/>
          </a:xfrm>
          <a:noFill/>
        </p:spPr>
        <p:txBody>
          <a:bodyPr lIns="0" tIns="0"/>
          <a:lstStyle>
            <a:lvl1pPr marL="239994" indent="-239994">
              <a:spcBef>
                <a:spcPts val="400"/>
              </a:spcBef>
              <a:buFont typeface="Arial" panose="020B0604020202020204" pitchFamily="34" charset="0"/>
              <a:buChar char="•"/>
              <a:defRPr sz="1867" b="0"/>
            </a:lvl1pPr>
            <a:lvl2pPr>
              <a:spcBef>
                <a:spcPts val="400"/>
              </a:spcBef>
              <a:defRPr sz="1600"/>
            </a:lvl2pPr>
            <a:lvl3pPr>
              <a:spcBef>
                <a:spcPts val="400"/>
              </a:spcBef>
              <a:defRPr sz="1467"/>
            </a:lvl3pPr>
            <a:lvl4pPr>
              <a:spcBef>
                <a:spcPts val="400"/>
              </a:spcBef>
              <a:defRPr sz="1467"/>
            </a:lvl4pPr>
            <a:lvl5pPr>
              <a:spcBef>
                <a:spcPts val="400"/>
              </a:spcBef>
              <a:defRPr sz="1467"/>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Picture Placeholder 4"/>
          <p:cNvSpPr>
            <a:spLocks noGrp="1" noChangeAspect="1"/>
          </p:cNvSpPr>
          <p:nvPr>
            <p:ph type="pic" sz="quarter" idx="13"/>
          </p:nvPr>
        </p:nvSpPr>
        <p:spPr>
          <a:xfrm>
            <a:off x="334433" y="4368000"/>
            <a:ext cx="2736000" cy="1728000"/>
          </a:xfrm>
          <a:solidFill>
            <a:schemeClr val="bg1">
              <a:lumMod val="95000"/>
            </a:schemeClr>
          </a:solidFill>
        </p:spPr>
        <p:txBody>
          <a:bodyPr tIns="108000" bIns="0" anchor="t" anchorCtr="1"/>
          <a:lstStyle>
            <a:lvl1pPr marL="0" indent="0" algn="ctr">
              <a:spcBef>
                <a:spcPts val="0"/>
              </a:spcBef>
              <a:buNone/>
              <a:defRPr sz="1600" i="1"/>
            </a:lvl1pPr>
          </a:lstStyle>
          <a:p>
            <a:r>
              <a:rPr lang="fr-FR"/>
              <a:t>Cliquez sur l'icône pour ajouter une image</a:t>
            </a:r>
            <a:endParaRPr lang="en-US"/>
          </a:p>
        </p:txBody>
      </p:sp>
      <p:sp>
        <p:nvSpPr>
          <p:cNvPr id="13" name="Picture Placeholder 5"/>
          <p:cNvSpPr>
            <a:spLocks noGrp="1" noChangeAspect="1"/>
          </p:cNvSpPr>
          <p:nvPr>
            <p:ph type="pic" sz="quarter" idx="14"/>
          </p:nvPr>
        </p:nvSpPr>
        <p:spPr>
          <a:xfrm>
            <a:off x="3216000" y="4368000"/>
            <a:ext cx="2736000" cy="1728000"/>
          </a:xfrm>
          <a:solidFill>
            <a:schemeClr val="bg1">
              <a:lumMod val="95000"/>
            </a:schemeClr>
          </a:solidFill>
        </p:spPr>
        <p:txBody>
          <a:bodyPr tIns="108000" bIns="0" anchor="t" anchorCtr="1"/>
          <a:lstStyle>
            <a:lvl1pPr marL="0" indent="0" algn="ctr">
              <a:spcBef>
                <a:spcPts val="0"/>
              </a:spcBef>
              <a:buNone/>
              <a:defRPr sz="1600" i="1"/>
            </a:lvl1pPr>
          </a:lstStyle>
          <a:p>
            <a:r>
              <a:rPr lang="fr-FR"/>
              <a:t>Cliquez sur l'icône pour ajouter une image</a:t>
            </a:r>
            <a:endParaRPr lang="en-US"/>
          </a:p>
        </p:txBody>
      </p:sp>
      <p:sp>
        <p:nvSpPr>
          <p:cNvPr id="6" name="Content Placeholder 6"/>
          <p:cNvSpPr>
            <a:spLocks noGrp="1"/>
          </p:cNvSpPr>
          <p:nvPr>
            <p:ph sz="quarter" idx="4"/>
          </p:nvPr>
        </p:nvSpPr>
        <p:spPr bwMode="auto">
          <a:xfrm>
            <a:off x="6238433" y="1632000"/>
            <a:ext cx="5616000" cy="2592000"/>
          </a:xfrm>
          <a:noFill/>
        </p:spPr>
        <p:txBody>
          <a:bodyPr lIns="0" tIns="0"/>
          <a:lstStyle>
            <a:lvl1pPr marL="239994" indent="-239994">
              <a:spcBef>
                <a:spcPts val="400"/>
              </a:spcBef>
              <a:buFont typeface="Arial" panose="020B0604020202020204" pitchFamily="34" charset="0"/>
              <a:buChar char="•"/>
              <a:defRPr sz="1867" b="0"/>
            </a:lvl1pPr>
            <a:lvl2pPr>
              <a:spcBef>
                <a:spcPts val="400"/>
              </a:spcBef>
              <a:defRPr sz="1600"/>
            </a:lvl2pPr>
            <a:lvl3pPr>
              <a:spcBef>
                <a:spcPts val="400"/>
              </a:spcBef>
              <a:defRPr sz="1467"/>
            </a:lvl3pPr>
            <a:lvl4pPr>
              <a:spcBef>
                <a:spcPts val="400"/>
              </a:spcBef>
              <a:defRPr sz="1467"/>
            </a:lvl4pPr>
            <a:lvl5pPr>
              <a:spcBef>
                <a:spcPts val="400"/>
              </a:spcBef>
              <a:defRPr sz="1467"/>
            </a:lvl5pPr>
            <a:lvl6pPr>
              <a:defRPr sz="2133"/>
            </a:lvl6pPr>
            <a:lvl7pPr>
              <a:defRPr sz="2133"/>
            </a:lvl7pPr>
            <a:lvl8pPr>
              <a:defRPr sz="2133"/>
            </a:lvl8pPr>
            <a:lvl9pPr>
              <a:defRPr sz="213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4" name="Picture Placeholder 7"/>
          <p:cNvSpPr>
            <a:spLocks noGrp="1" noChangeAspect="1"/>
          </p:cNvSpPr>
          <p:nvPr>
            <p:ph type="pic" sz="quarter" idx="15"/>
          </p:nvPr>
        </p:nvSpPr>
        <p:spPr>
          <a:xfrm>
            <a:off x="6238433" y="4368000"/>
            <a:ext cx="2736000" cy="1728000"/>
          </a:xfrm>
          <a:solidFill>
            <a:schemeClr val="bg1">
              <a:lumMod val="95000"/>
            </a:schemeClr>
          </a:solidFill>
        </p:spPr>
        <p:txBody>
          <a:bodyPr tIns="108000" bIns="0" anchor="t" anchorCtr="1"/>
          <a:lstStyle>
            <a:lvl1pPr marL="0" indent="0" algn="ctr">
              <a:spcBef>
                <a:spcPts val="0"/>
              </a:spcBef>
              <a:buNone/>
              <a:defRPr sz="1600" i="1"/>
            </a:lvl1pPr>
          </a:lstStyle>
          <a:p>
            <a:r>
              <a:rPr lang="fr-FR"/>
              <a:t>Cliquez sur l'icône pour ajouter une image</a:t>
            </a:r>
            <a:endParaRPr lang="en-US"/>
          </a:p>
        </p:txBody>
      </p:sp>
      <p:sp>
        <p:nvSpPr>
          <p:cNvPr id="16" name="Picture Placeholder 8"/>
          <p:cNvSpPr>
            <a:spLocks noGrp="1" noChangeAspect="1"/>
          </p:cNvSpPr>
          <p:nvPr>
            <p:ph type="pic" sz="quarter" idx="16"/>
          </p:nvPr>
        </p:nvSpPr>
        <p:spPr>
          <a:xfrm>
            <a:off x="9118433" y="4368000"/>
            <a:ext cx="2736000" cy="1728000"/>
          </a:xfrm>
          <a:solidFill>
            <a:schemeClr val="bg1">
              <a:lumMod val="95000"/>
            </a:schemeClr>
          </a:solidFill>
        </p:spPr>
        <p:txBody>
          <a:bodyPr tIns="108000" bIns="0" anchor="t" anchorCtr="1"/>
          <a:lstStyle>
            <a:lvl1pPr marL="0" indent="0" algn="ctr">
              <a:spcBef>
                <a:spcPts val="0"/>
              </a:spcBef>
              <a:buNone/>
              <a:defRPr sz="1600" i="1"/>
            </a:lvl1pPr>
          </a:lstStyle>
          <a:p>
            <a:r>
              <a:rPr lang="fr-FR"/>
              <a:t>Cliquez sur l'icône pour ajouter une image</a:t>
            </a:r>
            <a:endParaRPr lang="en-US"/>
          </a:p>
        </p:txBody>
      </p:sp>
      <p:sp>
        <p:nvSpPr>
          <p:cNvPr id="12" name="Rectangle 9"/>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10"/>
          <p:cNvSpPr>
            <a:spLocks noGrp="1"/>
          </p:cNvSpPr>
          <p:nvPr>
            <p:ph type="dt" sz="half" idx="10"/>
          </p:nvPr>
        </p:nvSpPr>
        <p:spPr/>
        <p:txBody>
          <a:bodyPr/>
          <a:lstStyle/>
          <a:p>
            <a:r>
              <a:rPr lang="en-US"/>
              <a:t>| June 2021</a:t>
            </a:r>
          </a:p>
        </p:txBody>
      </p:sp>
      <p:sp>
        <p:nvSpPr>
          <p:cNvPr id="9" name="Slide Number Placeholder 11"/>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25226085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Picture, Caption">
    <p:spTree>
      <p:nvGrpSpPr>
        <p:cNvPr id="1" name=""/>
        <p:cNvGrpSpPr/>
        <p:nvPr/>
      </p:nvGrpSpPr>
      <p:grpSpPr>
        <a:xfrm>
          <a:off x="0" y="0"/>
          <a:ext cx="0" cy="0"/>
          <a:chOff x="0" y="0"/>
          <a:chExt cx="0" cy="0"/>
        </a:xfrm>
      </p:grpSpPr>
      <p:sp>
        <p:nvSpPr>
          <p:cNvPr id="2" name="Title 1"/>
          <p:cNvSpPr>
            <a:spLocks noGrp="1"/>
          </p:cNvSpPr>
          <p:nvPr>
            <p:ph type="title"/>
          </p:nvPr>
        </p:nvSpPr>
        <p:spPr>
          <a:xfrm>
            <a:off x="334433" y="4706117"/>
            <a:ext cx="11520000" cy="1392000"/>
          </a:xfrm>
        </p:spPr>
        <p:txBody>
          <a:bodyPr tIns="0" anchor="ctr" anchorCtr="1"/>
          <a:lstStyle>
            <a:lvl1pPr algn="ctr">
              <a:lnSpc>
                <a:spcPct val="100000"/>
              </a:lnSpc>
              <a:defRPr sz="2933" cap="none" baseline="0">
                <a:solidFill>
                  <a:schemeClr val="accent1"/>
                </a:solidFill>
              </a:defRPr>
            </a:lvl1pPr>
          </a:lstStyle>
          <a:p>
            <a:r>
              <a:rPr lang="fr-FR"/>
              <a:t>Modifiez le style du titre</a:t>
            </a:r>
            <a:endParaRPr lang="en-US"/>
          </a:p>
        </p:txBody>
      </p:sp>
      <p:sp>
        <p:nvSpPr>
          <p:cNvPr id="3" name="Date Placeholder 2"/>
          <p:cNvSpPr>
            <a:spLocks noGrp="1"/>
          </p:cNvSpPr>
          <p:nvPr>
            <p:ph type="dt" sz="half" idx="10"/>
          </p:nvPr>
        </p:nvSpPr>
        <p:spPr/>
        <p:txBody>
          <a:bodyPr/>
          <a:lstStyle/>
          <a:p>
            <a:r>
              <a:rPr lang="en-US"/>
              <a:t>| June 2021</a:t>
            </a:r>
          </a:p>
        </p:txBody>
      </p:sp>
      <p:sp>
        <p:nvSpPr>
          <p:cNvPr id="5" name="Slide Number Placeholder 4"/>
          <p:cNvSpPr>
            <a:spLocks noGrp="1"/>
          </p:cNvSpPr>
          <p:nvPr>
            <p:ph type="sldNum" sz="quarter" idx="12"/>
          </p:nvPr>
        </p:nvSpPr>
        <p:spPr/>
        <p:txBody>
          <a:bodyPr/>
          <a:lstStyle/>
          <a:p>
            <a:fld id="{7EA53A00-BFB8-486B-9127-67E82CD52B70}" type="slidenum">
              <a:rPr lang="en-US" smtClean="0"/>
              <a:t>‹N°›</a:t>
            </a:fld>
            <a:endParaRPr lang="en-US"/>
          </a:p>
        </p:txBody>
      </p:sp>
      <p:sp>
        <p:nvSpPr>
          <p:cNvPr id="7" name="Picture Placeholder 6"/>
          <p:cNvSpPr>
            <a:spLocks noGrp="1" noChangeAspect="1"/>
          </p:cNvSpPr>
          <p:nvPr>
            <p:ph type="pic" sz="quarter" idx="13"/>
          </p:nvPr>
        </p:nvSpPr>
        <p:spPr>
          <a:xfrm>
            <a:off x="334433" y="336000"/>
            <a:ext cx="11520000" cy="4032000"/>
          </a:xfrm>
          <a:solidFill>
            <a:schemeClr val="bg1">
              <a:lumMod val="95000"/>
            </a:schemeClr>
          </a:solidFill>
        </p:spPr>
        <p:txBody>
          <a:bodyPr tIns="108000" anchor="t" anchorCtr="1"/>
          <a:lstStyle>
            <a:lvl1pPr marL="0" indent="0" algn="ctr">
              <a:spcBef>
                <a:spcPts val="0"/>
              </a:spcBef>
              <a:buNone/>
              <a:defRPr sz="1867" i="1"/>
            </a:lvl1pPr>
          </a:lstStyle>
          <a:p>
            <a:r>
              <a:rPr lang="fr-FR"/>
              <a:t>Cliquez sur l'icône pour ajouter une image</a:t>
            </a:r>
            <a:endParaRPr lang="en-US"/>
          </a:p>
        </p:txBody>
      </p:sp>
      <p:pic>
        <p:nvPicPr>
          <p:cNvPr id="8" name="Picture 3"/>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9532951" y="6305651"/>
            <a:ext cx="2328000" cy="421343"/>
          </a:xfrm>
          <a:prstGeom prst="rect">
            <a:avLst/>
          </a:prstGeom>
        </p:spPr>
      </p:pic>
    </p:spTree>
    <p:extLst>
      <p:ext uri="{BB962C8B-B14F-4D97-AF65-F5344CB8AC3E}">
        <p14:creationId xmlns:p14="http://schemas.microsoft.com/office/powerpoint/2010/main" val="12394666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World ma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pic>
        <p:nvPicPr>
          <p:cNvPr id="6" name="Picture 3" descr="NewWorldmap-JV-Pure.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78" y="1268760"/>
            <a:ext cx="12145147" cy="5438197"/>
          </a:xfrm>
          <a:prstGeom prst="rect">
            <a:avLst/>
          </a:prstGeom>
        </p:spPr>
      </p:pic>
      <p:sp>
        <p:nvSpPr>
          <p:cNvPr id="8" name="Rectangle 4"/>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5"/>
          <p:cNvSpPr>
            <a:spLocks noGrp="1"/>
          </p:cNvSpPr>
          <p:nvPr>
            <p:ph type="dt" sz="half" idx="10"/>
          </p:nvPr>
        </p:nvSpPr>
        <p:spPr/>
        <p:txBody>
          <a:bodyPr/>
          <a:lstStyle/>
          <a:p>
            <a:r>
              <a:rPr lang="en-US"/>
              <a:t>| June 2021</a:t>
            </a:r>
          </a:p>
        </p:txBody>
      </p:sp>
      <p:sp>
        <p:nvSpPr>
          <p:cNvPr id="9" name="Slide Number Placeholder 6"/>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33239788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x Text, Pi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34433" y="240000"/>
            <a:ext cx="11520000" cy="480000"/>
          </a:xfrm>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20" name="Rectangle 3"/>
          <p:cNvSpPr/>
          <p:nvPr/>
        </p:nvSpPr>
        <p:spPr bwMode="gray">
          <a:xfrm>
            <a:off x="1" y="1632000"/>
            <a:ext cx="11857567" cy="2016000"/>
          </a:xfrm>
          <a:prstGeom prst="rect">
            <a:avLst/>
          </a:prstGeom>
          <a:solidFill>
            <a:srgbClr val="F6F5F5"/>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p>
        </p:txBody>
      </p:sp>
      <p:sp>
        <p:nvSpPr>
          <p:cNvPr id="8" name="Text Placeholder 4"/>
          <p:cNvSpPr>
            <a:spLocks noGrp="1"/>
          </p:cNvSpPr>
          <p:nvPr>
            <p:ph type="body" sz="quarter" idx="13"/>
          </p:nvPr>
        </p:nvSpPr>
        <p:spPr>
          <a:xfrm>
            <a:off x="334433" y="1776000"/>
            <a:ext cx="6048000" cy="1680000"/>
          </a:xfrm>
        </p:spPr>
        <p:txBody>
          <a:bodyPr/>
          <a:lstStyle>
            <a:lvl1pPr>
              <a:spcBef>
                <a:spcPts val="267"/>
              </a:spcBef>
              <a:defRPr/>
            </a:lvl1pPr>
            <a:lvl2pPr>
              <a:spcBef>
                <a:spcPts val="267"/>
              </a:spcBef>
              <a:defRPr/>
            </a:lvl2pPr>
            <a:lvl3pPr>
              <a:spcBef>
                <a:spcPts val="267"/>
              </a:spcBef>
              <a:defRPr/>
            </a:lvl3pPr>
            <a:lvl4pPr>
              <a:spcBef>
                <a:spcPts val="267"/>
              </a:spcBef>
              <a:defRPr/>
            </a:lvl4pPr>
            <a:lvl5pPr>
              <a:spcBef>
                <a:spcPts val="267"/>
              </a:spcBef>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Chart Placeholder 5"/>
          <p:cNvSpPr>
            <a:spLocks noGrp="1" noChangeAspect="1"/>
          </p:cNvSpPr>
          <p:nvPr>
            <p:ph type="chart" sz="quarter" idx="15"/>
          </p:nvPr>
        </p:nvSpPr>
        <p:spPr bwMode="gray">
          <a:xfrm>
            <a:off x="7200000" y="1632000"/>
            <a:ext cx="2016000" cy="2016000"/>
          </a:xfrm>
        </p:spPr>
        <p:txBody>
          <a:bodyPr tIns="36000" anchor="t" anchorCtr="1"/>
          <a:lstStyle>
            <a:lvl1pPr marL="0" indent="0" algn="ctr">
              <a:spcBef>
                <a:spcPts val="0"/>
              </a:spcBef>
              <a:buNone/>
              <a:defRPr sz="1867"/>
            </a:lvl1pPr>
          </a:lstStyle>
          <a:p>
            <a:r>
              <a:rPr lang="fr-FR"/>
              <a:t>Cliquez sur l'icône pour ajouter un graphique</a:t>
            </a:r>
            <a:endParaRPr lang="en-US"/>
          </a:p>
        </p:txBody>
      </p:sp>
      <p:sp>
        <p:nvSpPr>
          <p:cNvPr id="17" name="Text Placeholder 6"/>
          <p:cNvSpPr>
            <a:spLocks noGrp="1"/>
          </p:cNvSpPr>
          <p:nvPr>
            <p:ph type="body" sz="quarter" idx="17"/>
          </p:nvPr>
        </p:nvSpPr>
        <p:spPr>
          <a:xfrm>
            <a:off x="9359901" y="1776000"/>
            <a:ext cx="2160000" cy="1680000"/>
          </a:xfrm>
        </p:spPr>
        <p:txBody>
          <a:bodyPr/>
          <a:lstStyle>
            <a:lvl1pPr marL="0" indent="0">
              <a:spcBef>
                <a:spcPts val="0"/>
              </a:spcBef>
              <a:buNone/>
              <a:defRPr b="1">
                <a:solidFill>
                  <a:schemeClr val="accent1"/>
                </a:solidFill>
              </a:defRPr>
            </a:lvl1pPr>
            <a:lvl2pPr marL="239994">
              <a:spcBef>
                <a:spcPts val="0"/>
              </a:spcBef>
              <a:defRPr>
                <a:solidFill>
                  <a:schemeClr val="accent1"/>
                </a:solidFill>
              </a:defRPr>
            </a:lvl2pPr>
          </a:lstStyle>
          <a:p>
            <a:pPr lvl="0"/>
            <a:r>
              <a:rPr lang="fr-FR"/>
              <a:t>Cliquez pour modifier les styles du texte du masque</a:t>
            </a:r>
          </a:p>
          <a:p>
            <a:pPr lvl="1"/>
            <a:r>
              <a:rPr lang="fr-FR"/>
              <a:t>Deuxième niveau</a:t>
            </a:r>
          </a:p>
        </p:txBody>
      </p:sp>
      <p:sp>
        <p:nvSpPr>
          <p:cNvPr id="11" name="Text Placeholder 7"/>
          <p:cNvSpPr>
            <a:spLocks noGrp="1"/>
          </p:cNvSpPr>
          <p:nvPr>
            <p:ph type="body" sz="quarter" idx="14"/>
          </p:nvPr>
        </p:nvSpPr>
        <p:spPr>
          <a:xfrm>
            <a:off x="334433" y="3792000"/>
            <a:ext cx="6048000" cy="1680000"/>
          </a:xfrm>
        </p:spPr>
        <p:txBody>
          <a:bodyPr/>
          <a:lstStyle>
            <a:lvl1pPr>
              <a:spcBef>
                <a:spcPts val="267"/>
              </a:spcBef>
              <a:defRPr/>
            </a:lvl1pPr>
            <a:lvl2pPr>
              <a:spcBef>
                <a:spcPts val="267"/>
              </a:spcBef>
              <a:defRPr/>
            </a:lvl2pPr>
            <a:lvl3pPr>
              <a:spcBef>
                <a:spcPts val="267"/>
              </a:spcBef>
              <a:defRPr/>
            </a:lvl3pPr>
            <a:lvl4pPr>
              <a:spcBef>
                <a:spcPts val="267"/>
              </a:spcBef>
              <a:defRPr/>
            </a:lvl4pPr>
            <a:lvl5pPr>
              <a:spcBef>
                <a:spcPts val="267"/>
              </a:spcBef>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9" name="Text Placeholder 8"/>
          <p:cNvSpPr>
            <a:spLocks noGrp="1"/>
          </p:cNvSpPr>
          <p:nvPr>
            <p:ph type="body" sz="quarter" idx="18"/>
          </p:nvPr>
        </p:nvSpPr>
        <p:spPr>
          <a:xfrm>
            <a:off x="7056000" y="3792000"/>
            <a:ext cx="2160000" cy="1680000"/>
          </a:xfrm>
        </p:spPr>
        <p:txBody>
          <a:bodyPr/>
          <a:lstStyle>
            <a:lvl1pPr marL="0" indent="0">
              <a:spcBef>
                <a:spcPts val="0"/>
              </a:spcBef>
              <a:buNone/>
              <a:defRPr b="1">
                <a:solidFill>
                  <a:schemeClr val="accent1"/>
                </a:solidFill>
              </a:defRPr>
            </a:lvl1pPr>
            <a:lvl2pPr marL="239994">
              <a:spcBef>
                <a:spcPts val="0"/>
              </a:spcBef>
              <a:defRPr sz="1867">
                <a:solidFill>
                  <a:schemeClr val="accent1"/>
                </a:solidFill>
              </a:defRPr>
            </a:lvl2pPr>
          </a:lstStyle>
          <a:p>
            <a:pPr lvl="0"/>
            <a:r>
              <a:rPr lang="fr-FR"/>
              <a:t>Cliquez pour modifier les styles du texte du masque</a:t>
            </a:r>
          </a:p>
          <a:p>
            <a:pPr lvl="1"/>
            <a:r>
              <a:rPr lang="fr-FR"/>
              <a:t>Deuxième niveau</a:t>
            </a:r>
          </a:p>
        </p:txBody>
      </p:sp>
      <p:sp>
        <p:nvSpPr>
          <p:cNvPr id="15" name="Chart Placeholder 9"/>
          <p:cNvSpPr>
            <a:spLocks noGrp="1" noChangeAspect="1"/>
          </p:cNvSpPr>
          <p:nvPr>
            <p:ph type="chart" sz="quarter" idx="16"/>
          </p:nvPr>
        </p:nvSpPr>
        <p:spPr bwMode="gray">
          <a:xfrm>
            <a:off x="9359901" y="3648000"/>
            <a:ext cx="2016000" cy="2016000"/>
          </a:xfrm>
        </p:spPr>
        <p:txBody>
          <a:bodyPr tIns="36000" anchor="t" anchorCtr="1"/>
          <a:lstStyle>
            <a:lvl1pPr marL="0" indent="0" algn="ctr">
              <a:spcBef>
                <a:spcPts val="0"/>
              </a:spcBef>
              <a:buNone/>
              <a:defRPr sz="1867"/>
            </a:lvl1pPr>
          </a:lstStyle>
          <a:p>
            <a:r>
              <a:rPr lang="fr-FR"/>
              <a:t>Cliquez sur l'icône pour ajouter un graphique</a:t>
            </a:r>
            <a:endParaRPr lang="en-US"/>
          </a:p>
        </p:txBody>
      </p:sp>
      <p:sp>
        <p:nvSpPr>
          <p:cNvPr id="14" name="Rectangle 10"/>
          <p:cNvSpPr/>
          <p:nvPr/>
        </p:nvSpPr>
        <p:spPr>
          <a:xfrm>
            <a:off x="336000" y="1128000"/>
            <a:ext cx="11856000" cy="3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11"/>
          <p:cNvSpPr>
            <a:spLocks noGrp="1"/>
          </p:cNvSpPr>
          <p:nvPr>
            <p:ph type="dt" sz="half" idx="10"/>
          </p:nvPr>
        </p:nvSpPr>
        <p:spPr>
          <a:xfrm>
            <a:off x="5808000" y="6480000"/>
            <a:ext cx="1200000" cy="192000"/>
          </a:xfrm>
        </p:spPr>
        <p:txBody>
          <a:bodyPr/>
          <a:lstStyle/>
          <a:p>
            <a:r>
              <a:rPr lang="en-US"/>
              <a:t>| June 2021</a:t>
            </a:r>
          </a:p>
        </p:txBody>
      </p:sp>
      <p:sp>
        <p:nvSpPr>
          <p:cNvPr id="9" name="Slide Number Placeholder 12"/>
          <p:cNvSpPr>
            <a:spLocks noGrp="1"/>
          </p:cNvSpPr>
          <p:nvPr>
            <p:ph type="sldNum" sz="quarter" idx="12"/>
          </p:nvPr>
        </p:nvSpPr>
        <p:spPr>
          <a:xfrm>
            <a:off x="5280000" y="6480000"/>
            <a:ext cx="480000" cy="192000"/>
          </a:xfrm>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38119055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34433" y="240000"/>
            <a:ext cx="11520000" cy="480000"/>
          </a:xfrm>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8" name="Text Placeholder 3"/>
          <p:cNvSpPr>
            <a:spLocks noGrp="1"/>
          </p:cNvSpPr>
          <p:nvPr>
            <p:ph type="body" sz="quarter" idx="13"/>
          </p:nvPr>
        </p:nvSpPr>
        <p:spPr>
          <a:xfrm>
            <a:off x="6243656" y="1634067"/>
            <a:ext cx="5613912" cy="4464051"/>
          </a:xfrm>
        </p:spPr>
        <p:txBody>
          <a:bodyPr/>
          <a:lstStyle>
            <a:lvl1pPr>
              <a:spcBef>
                <a:spcPts val="267"/>
              </a:spcBef>
              <a:defRPr/>
            </a:lvl1pPr>
            <a:lvl2pPr>
              <a:spcBef>
                <a:spcPts val="267"/>
              </a:spcBef>
              <a:defRPr/>
            </a:lvl2pPr>
            <a:lvl3pPr>
              <a:spcBef>
                <a:spcPts val="267"/>
              </a:spcBef>
              <a:defRPr/>
            </a:lvl3pPr>
            <a:lvl4pPr>
              <a:spcBef>
                <a:spcPts val="267"/>
              </a:spcBef>
              <a:defRPr/>
            </a:lvl4pPr>
            <a:lvl5pPr>
              <a:spcBef>
                <a:spcPts val="267"/>
              </a:spcBef>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Chart Placeholder 4"/>
          <p:cNvSpPr>
            <a:spLocks noGrp="1"/>
          </p:cNvSpPr>
          <p:nvPr>
            <p:ph type="chart" sz="quarter" idx="15"/>
          </p:nvPr>
        </p:nvSpPr>
        <p:spPr bwMode="gray">
          <a:xfrm>
            <a:off x="334432" y="1634066"/>
            <a:ext cx="5617635" cy="4464052"/>
          </a:xfrm>
        </p:spPr>
        <p:txBody>
          <a:bodyPr tIns="36000" anchor="t" anchorCtr="1"/>
          <a:lstStyle>
            <a:lvl1pPr marL="0" indent="0" algn="ctr">
              <a:spcBef>
                <a:spcPts val="0"/>
              </a:spcBef>
              <a:buNone/>
              <a:defRPr sz="1867"/>
            </a:lvl1pPr>
          </a:lstStyle>
          <a:p>
            <a:r>
              <a:rPr lang="fr-FR"/>
              <a:t>Cliquez sur l'icône pour ajouter un graphique</a:t>
            </a:r>
            <a:endParaRPr lang="en-US"/>
          </a:p>
        </p:txBody>
      </p:sp>
      <p:sp>
        <p:nvSpPr>
          <p:cNvPr id="14" name="Rectangle 5"/>
          <p:cNvSpPr/>
          <p:nvPr/>
        </p:nvSpPr>
        <p:spPr>
          <a:xfrm>
            <a:off x="336000" y="1128000"/>
            <a:ext cx="11856000" cy="3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6"/>
          <p:cNvSpPr>
            <a:spLocks noGrp="1"/>
          </p:cNvSpPr>
          <p:nvPr>
            <p:ph type="dt" sz="half" idx="10"/>
          </p:nvPr>
        </p:nvSpPr>
        <p:spPr>
          <a:xfrm>
            <a:off x="5808000" y="6480000"/>
            <a:ext cx="1200000" cy="192000"/>
          </a:xfrm>
        </p:spPr>
        <p:txBody>
          <a:bodyPr/>
          <a:lstStyle/>
          <a:p>
            <a:r>
              <a:rPr lang="en-US"/>
              <a:t>| June 2021</a:t>
            </a:r>
          </a:p>
        </p:txBody>
      </p:sp>
      <p:sp>
        <p:nvSpPr>
          <p:cNvPr id="9" name="Slide Number Placeholder 7"/>
          <p:cNvSpPr>
            <a:spLocks noGrp="1"/>
          </p:cNvSpPr>
          <p:nvPr>
            <p:ph type="sldNum" sz="quarter" idx="12"/>
          </p:nvPr>
        </p:nvSpPr>
        <p:spPr>
          <a:xfrm>
            <a:off x="5280000" y="6480000"/>
            <a:ext cx="480000" cy="192000"/>
          </a:xfrm>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31750269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de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noProof="0"/>
              <a:t>Modifiez le style du titre</a:t>
            </a:r>
            <a:endParaRPr lang="en-US" noProof="0"/>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noProof="0"/>
              <a:t>Cliquez pour modifier les styles du texte du masque</a:t>
            </a:r>
          </a:p>
        </p:txBody>
      </p:sp>
      <p:sp>
        <p:nvSpPr>
          <p:cNvPr id="6" name="Table Placeholder 3"/>
          <p:cNvSpPr>
            <a:spLocks noGrp="1"/>
          </p:cNvSpPr>
          <p:nvPr>
            <p:ph type="tbl" sz="quarter" idx="13"/>
          </p:nvPr>
        </p:nvSpPr>
        <p:spPr>
          <a:xfrm>
            <a:off x="334433" y="1634067"/>
            <a:ext cx="11520000" cy="4464051"/>
          </a:xfrm>
        </p:spPr>
        <p:txBody>
          <a:bodyPr tIns="108000" anchor="t" anchorCtr="1"/>
          <a:lstStyle>
            <a:lvl1pPr marL="0" indent="0" algn="ctr">
              <a:spcBef>
                <a:spcPts val="0"/>
              </a:spcBef>
              <a:buNone/>
              <a:defRPr sz="1867"/>
            </a:lvl1pPr>
          </a:lstStyle>
          <a:p>
            <a:r>
              <a:rPr lang="fr-FR" noProof="0"/>
              <a:t>Cliquez sur l'icône pour ajouter un tableau</a:t>
            </a:r>
            <a:endParaRPr lang="en-US" noProof="0"/>
          </a:p>
        </p:txBody>
      </p:sp>
      <p:sp>
        <p:nvSpPr>
          <p:cNvPr id="8" name="Rectangle 4"/>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7" name="Date Placeholder 5"/>
          <p:cNvSpPr>
            <a:spLocks noGrp="1"/>
          </p:cNvSpPr>
          <p:nvPr>
            <p:ph type="dt" sz="half" idx="10"/>
          </p:nvPr>
        </p:nvSpPr>
        <p:spPr/>
        <p:txBody>
          <a:bodyPr/>
          <a:lstStyle/>
          <a:p>
            <a:r>
              <a:rPr lang="en-US"/>
              <a:t>| June 2021</a:t>
            </a:r>
          </a:p>
        </p:txBody>
      </p:sp>
      <p:sp>
        <p:nvSpPr>
          <p:cNvPr id="9" name="Slide Number Placeholder 6"/>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21249313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creen Wide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334433" y="768000"/>
            <a:ext cx="11520000" cy="336000"/>
          </a:xfrm>
        </p:spPr>
        <p:txBody>
          <a:bodyPr anchor="t" anchorCtr="0"/>
          <a:lstStyle>
            <a:lvl1pPr marL="0" indent="0">
              <a:lnSpc>
                <a:spcPct val="90000"/>
              </a:lnSpc>
              <a:spcBef>
                <a:spcPts val="0"/>
              </a:spcBef>
              <a:buNone/>
              <a:defRPr sz="2133"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fr-FR"/>
              <a:t>Cliquez pour modifier les styles du texte du masque</a:t>
            </a:r>
          </a:p>
        </p:txBody>
      </p:sp>
      <p:sp>
        <p:nvSpPr>
          <p:cNvPr id="6" name="Table Placeholder 3"/>
          <p:cNvSpPr>
            <a:spLocks noGrp="1"/>
          </p:cNvSpPr>
          <p:nvPr>
            <p:ph type="tbl" sz="quarter" idx="14"/>
          </p:nvPr>
        </p:nvSpPr>
        <p:spPr bwMode="gray">
          <a:xfrm>
            <a:off x="0" y="1632000"/>
            <a:ext cx="12192000" cy="4464000"/>
          </a:xfrm>
        </p:spPr>
        <p:txBody>
          <a:bodyPr tIns="108000" anchor="t" anchorCtr="1"/>
          <a:lstStyle>
            <a:lvl1pPr marL="0" indent="0">
              <a:buNone/>
              <a:defRPr sz="1867"/>
            </a:lvl1pPr>
          </a:lstStyle>
          <a:p>
            <a:r>
              <a:rPr lang="fr-FR"/>
              <a:t>Cliquez sur l'icône pour ajouter un tableau</a:t>
            </a:r>
            <a:endParaRPr lang="en-US"/>
          </a:p>
        </p:txBody>
      </p:sp>
      <p:sp>
        <p:nvSpPr>
          <p:cNvPr id="8" name="Rectangle 5"/>
          <p:cNvSpPr/>
          <p:nvPr/>
        </p:nvSpPr>
        <p:spPr>
          <a:xfrm>
            <a:off x="336000" y="1128000"/>
            <a:ext cx="1185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Date Placeholder 5"/>
          <p:cNvSpPr>
            <a:spLocks noGrp="1"/>
          </p:cNvSpPr>
          <p:nvPr>
            <p:ph type="dt" sz="half" idx="10"/>
          </p:nvPr>
        </p:nvSpPr>
        <p:spPr/>
        <p:txBody>
          <a:bodyPr/>
          <a:lstStyle/>
          <a:p>
            <a:r>
              <a:rPr lang="en-US"/>
              <a:t>| June 2021</a:t>
            </a:r>
          </a:p>
        </p:txBody>
      </p:sp>
      <p:sp>
        <p:nvSpPr>
          <p:cNvPr id="9" name="Slide Number Placeholder 6"/>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3154531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336000" y="240000"/>
            <a:ext cx="11520000" cy="480000"/>
          </a:xfrm>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Rectangle 3"/>
          <p:cNvSpPr/>
          <p:nvPr/>
        </p:nvSpPr>
        <p:spPr>
          <a:xfrm>
            <a:off x="336000" y="1128000"/>
            <a:ext cx="11856000" cy="3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 name="Date Placeholder 4"/>
          <p:cNvSpPr>
            <a:spLocks noGrp="1"/>
          </p:cNvSpPr>
          <p:nvPr>
            <p:ph type="dt" sz="half" idx="10"/>
          </p:nvPr>
        </p:nvSpPr>
        <p:spPr/>
        <p:txBody>
          <a:bodyPr/>
          <a:lstStyle/>
          <a:p>
            <a:r>
              <a:rPr lang="en-US"/>
              <a:t>| June 2021</a:t>
            </a:r>
          </a:p>
        </p:txBody>
      </p:sp>
      <p:sp>
        <p:nvSpPr>
          <p:cNvPr id="6" name="Slide Number Placeholder 5"/>
          <p:cNvSpPr>
            <a:spLocks noGrp="1"/>
          </p:cNvSpPr>
          <p:nvPr>
            <p:ph type="sldNum" sz="quarter" idx="12"/>
          </p:nvPr>
        </p:nvSpPr>
        <p:spPr/>
        <p:txBody>
          <a:bodyPr/>
          <a:lstStyle/>
          <a:p>
            <a:fld id="{7EA53A00-BFB8-486B-9127-67E82CD52B70}" type="slidenum">
              <a:rPr lang="en-US" smtClean="0"/>
              <a:t>‹N°›</a:t>
            </a:fld>
            <a:endParaRPr lang="en-US"/>
          </a:p>
        </p:txBody>
      </p:sp>
    </p:spTree>
    <p:extLst>
      <p:ext uri="{BB962C8B-B14F-4D97-AF65-F5344CB8AC3E}">
        <p14:creationId xmlns:p14="http://schemas.microsoft.com/office/powerpoint/2010/main" val="5228610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End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576000" y="1248000"/>
            <a:ext cx="10944000" cy="1920000"/>
          </a:xfrm>
        </p:spPr>
        <p:txBody>
          <a:bodyPr anchor="b" anchorCtr="0"/>
          <a:lstStyle>
            <a:lvl1pPr>
              <a:defRPr sz="4267">
                <a:solidFill>
                  <a:schemeClr val="accent1"/>
                </a:solidFill>
              </a:defRPr>
            </a:lvl1pPr>
          </a:lstStyle>
          <a:p>
            <a:r>
              <a:rPr lang="fr-FR"/>
              <a:t>Modifiez le style du titre</a:t>
            </a:r>
            <a:endParaRPr lang="en-US"/>
          </a:p>
        </p:txBody>
      </p:sp>
      <p:sp>
        <p:nvSpPr>
          <p:cNvPr id="3" name="Subtitle 2"/>
          <p:cNvSpPr>
            <a:spLocks noGrp="1"/>
          </p:cNvSpPr>
          <p:nvPr>
            <p:ph type="subTitle" idx="1"/>
          </p:nvPr>
        </p:nvSpPr>
        <p:spPr bwMode="gray">
          <a:xfrm>
            <a:off x="0" y="3528000"/>
            <a:ext cx="6720000" cy="768000"/>
          </a:xfrm>
          <a:gradFill flip="none" rotWithShape="1">
            <a:gsLst>
              <a:gs pos="0">
                <a:schemeClr val="accent1"/>
              </a:gs>
              <a:gs pos="100000">
                <a:srgbClr val="00A1DE"/>
              </a:gs>
            </a:gsLst>
            <a:lin ang="0" scaled="1"/>
            <a:tileRect/>
          </a:gradFill>
        </p:spPr>
        <p:txBody>
          <a:bodyPr lIns="432000" bIns="0" anchor="ctr" anchorCtr="0">
            <a:noAutofit/>
          </a:bodyPr>
          <a:lstStyle>
            <a:lvl1pPr marL="0" indent="0" algn="l">
              <a:spcBef>
                <a:spcPts val="0"/>
              </a:spcBef>
              <a:buNone/>
              <a:defRPr sz="2133" b="0">
                <a:solidFill>
                  <a:schemeClr val="bg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Modifiez le style des sous-titres du masque</a:t>
            </a:r>
            <a:endParaRPr lang="en-US"/>
          </a:p>
        </p:txBody>
      </p:sp>
      <p:sp>
        <p:nvSpPr>
          <p:cNvPr id="8" name="Text Placeholder 3"/>
          <p:cNvSpPr>
            <a:spLocks noGrp="1"/>
          </p:cNvSpPr>
          <p:nvPr>
            <p:ph type="body" sz="quarter" idx="11"/>
          </p:nvPr>
        </p:nvSpPr>
        <p:spPr>
          <a:xfrm>
            <a:off x="575734" y="4416000"/>
            <a:ext cx="6144684" cy="1680000"/>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9" name="Picture 4"/>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8064001" y="218991"/>
            <a:ext cx="3527279" cy="638400"/>
          </a:xfrm>
          <a:prstGeom prst="rect">
            <a:avLst/>
          </a:prstGeom>
        </p:spPr>
      </p:pic>
      <p:sp>
        <p:nvSpPr>
          <p:cNvPr id="7" name="Rectangle 5"/>
          <p:cNvSpPr/>
          <p:nvPr/>
        </p:nvSpPr>
        <p:spPr bwMode="gray">
          <a:xfrm>
            <a:off x="576000" y="3217931"/>
            <a:ext cx="1161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0833384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End Slide Blue">
    <p:bg>
      <p:bgPr>
        <a:gradFill>
          <a:gsLst>
            <a:gs pos="0">
              <a:schemeClr val="accent1"/>
            </a:gs>
            <a:gs pos="100000">
              <a:srgbClr val="00A1DE"/>
            </a:gs>
          </a:gsLst>
          <a:lin ang="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76000" y="1248000"/>
            <a:ext cx="10944000" cy="1920000"/>
          </a:xfrm>
        </p:spPr>
        <p:txBody>
          <a:bodyPr anchor="b" anchorCtr="0"/>
          <a:lstStyle>
            <a:lvl1pPr>
              <a:defRPr sz="4267">
                <a:solidFill>
                  <a:schemeClr val="bg1"/>
                </a:solidFill>
              </a:defRPr>
            </a:lvl1pPr>
          </a:lstStyle>
          <a:p>
            <a:r>
              <a:rPr lang="fr-FR"/>
              <a:t>Modifiez le style du titre</a:t>
            </a:r>
            <a:endParaRPr lang="en-US"/>
          </a:p>
        </p:txBody>
      </p:sp>
      <p:sp>
        <p:nvSpPr>
          <p:cNvPr id="3" name="Subtitle 2"/>
          <p:cNvSpPr>
            <a:spLocks noGrp="1"/>
          </p:cNvSpPr>
          <p:nvPr>
            <p:ph type="subTitle" idx="1"/>
          </p:nvPr>
        </p:nvSpPr>
        <p:spPr bwMode="gray">
          <a:xfrm>
            <a:off x="0" y="3528000"/>
            <a:ext cx="6720000" cy="768000"/>
          </a:xfrm>
          <a:solidFill>
            <a:schemeClr val="tx2"/>
          </a:solidFill>
        </p:spPr>
        <p:txBody>
          <a:bodyPr lIns="432000" bIns="0" anchor="ctr" anchorCtr="0">
            <a:noAutofit/>
          </a:bodyPr>
          <a:lstStyle>
            <a:lvl1pPr marL="0" indent="0" algn="l">
              <a:spcBef>
                <a:spcPts val="0"/>
              </a:spcBef>
              <a:buNone/>
              <a:defRPr sz="2133" b="0">
                <a:solidFill>
                  <a:schemeClr val="bg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Modifiez le style des sous-titres du masque</a:t>
            </a:r>
            <a:endParaRPr lang="en-US"/>
          </a:p>
        </p:txBody>
      </p:sp>
      <p:sp>
        <p:nvSpPr>
          <p:cNvPr id="6" name="Text Placeholder 3"/>
          <p:cNvSpPr>
            <a:spLocks noGrp="1"/>
          </p:cNvSpPr>
          <p:nvPr>
            <p:ph type="body" sz="quarter" idx="10"/>
          </p:nvPr>
        </p:nvSpPr>
        <p:spPr>
          <a:xfrm>
            <a:off x="576000" y="4416000"/>
            <a:ext cx="6144000" cy="168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9" name="Picture 4"/>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bwMode="invGray">
          <a:xfrm>
            <a:off x="8064001" y="218991"/>
            <a:ext cx="3527273" cy="638400"/>
          </a:xfrm>
          <a:prstGeom prst="rect">
            <a:avLst/>
          </a:prstGeom>
        </p:spPr>
      </p:pic>
      <p:sp>
        <p:nvSpPr>
          <p:cNvPr id="8" name="Rectangle 5"/>
          <p:cNvSpPr/>
          <p:nvPr/>
        </p:nvSpPr>
        <p:spPr bwMode="gray">
          <a:xfrm>
            <a:off x="576000" y="3217931"/>
            <a:ext cx="11616000" cy="33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367925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6000" y="240000"/>
            <a:ext cx="11520000" cy="480000"/>
          </a:xfrm>
          <a:prstGeom prst="rect">
            <a:avLst/>
          </a:prstGeom>
        </p:spPr>
        <p:txBody>
          <a:bodyPr vert="horz" lIns="0" tIns="0" rIns="0" bIns="0" rtlCol="0" anchor="t" anchorCtr="0">
            <a:noAutofit/>
          </a:bodyPr>
          <a:lstStyle/>
          <a:p>
            <a:r>
              <a:rPr lang="fr-FR"/>
              <a:t>Modifiez le style du titre</a:t>
            </a:r>
            <a:endParaRPr lang="en-US"/>
          </a:p>
        </p:txBody>
      </p:sp>
      <p:sp>
        <p:nvSpPr>
          <p:cNvPr id="3" name="Text Placeholder 2"/>
          <p:cNvSpPr>
            <a:spLocks noGrp="1"/>
          </p:cNvSpPr>
          <p:nvPr>
            <p:ph type="body" idx="1"/>
          </p:nvPr>
        </p:nvSpPr>
        <p:spPr>
          <a:xfrm>
            <a:off x="336000" y="1632000"/>
            <a:ext cx="11520000" cy="4464000"/>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11" name="Picture 3"/>
          <p:cNvPicPr>
            <a:picLocks noChangeAspect="1"/>
          </p:cNvPicPr>
          <p:nvPr/>
        </p:nvPicPr>
        <p:blipFill>
          <a:blip r:embed="rId32" cstate="hqprint">
            <a:extLst>
              <a:ext uri="{28A0092B-C50C-407E-A947-70E740481C1C}">
                <a14:useLocalDpi xmlns:a14="http://schemas.microsoft.com/office/drawing/2010/main"/>
              </a:ext>
            </a:extLst>
          </a:blip>
          <a:stretch>
            <a:fillRect/>
          </a:stretch>
        </p:blipFill>
        <p:spPr>
          <a:xfrm>
            <a:off x="9532951" y="6305651"/>
            <a:ext cx="2328000" cy="421343"/>
          </a:xfrm>
          <a:prstGeom prst="rect">
            <a:avLst/>
          </a:prstGeom>
        </p:spPr>
      </p:pic>
      <p:sp>
        <p:nvSpPr>
          <p:cNvPr id="4" name="Date Placeholder 4"/>
          <p:cNvSpPr>
            <a:spLocks noGrp="1"/>
          </p:cNvSpPr>
          <p:nvPr>
            <p:ph type="dt" sz="half" idx="2"/>
          </p:nvPr>
        </p:nvSpPr>
        <p:spPr>
          <a:xfrm>
            <a:off x="5808000" y="6480000"/>
            <a:ext cx="1200000" cy="192000"/>
          </a:xfrm>
          <a:prstGeom prst="rect">
            <a:avLst/>
          </a:prstGeom>
        </p:spPr>
        <p:txBody>
          <a:bodyPr vert="horz" lIns="0" tIns="0" rIns="0" bIns="0" rtlCol="0" anchor="ctr"/>
          <a:lstStyle>
            <a:lvl1pPr algn="l">
              <a:defRPr sz="933">
                <a:solidFill>
                  <a:schemeClr val="tx1">
                    <a:tint val="75000"/>
                  </a:schemeClr>
                </a:solidFill>
              </a:defRPr>
            </a:lvl1pPr>
          </a:lstStyle>
          <a:p>
            <a:r>
              <a:rPr lang="en-US"/>
              <a:t>| June 2021</a:t>
            </a:r>
          </a:p>
        </p:txBody>
      </p:sp>
      <p:sp>
        <p:nvSpPr>
          <p:cNvPr id="5" name="Footer Placeholder 5"/>
          <p:cNvSpPr>
            <a:spLocks noGrp="1"/>
          </p:cNvSpPr>
          <p:nvPr>
            <p:ph type="ftr" sz="quarter" idx="3"/>
          </p:nvPr>
        </p:nvSpPr>
        <p:spPr>
          <a:xfrm>
            <a:off x="8016000" y="24000"/>
            <a:ext cx="3840000" cy="192000"/>
          </a:xfrm>
          <a:prstGeom prst="rect">
            <a:avLst/>
          </a:prstGeom>
        </p:spPr>
        <p:txBody>
          <a:bodyPr vert="horz" lIns="0" tIns="0" rIns="0" bIns="0" rtlCol="0" anchor="ctr"/>
          <a:lstStyle>
            <a:lvl1pPr algn="r">
              <a:defRPr sz="933">
                <a:solidFill>
                  <a:schemeClr val="bg1">
                    <a:alpha val="0"/>
                  </a:schemeClr>
                </a:solidFill>
              </a:defRPr>
            </a:lvl1pPr>
          </a:lstStyle>
          <a:p>
            <a:endParaRPr lang="en-US"/>
          </a:p>
        </p:txBody>
      </p:sp>
      <p:sp>
        <p:nvSpPr>
          <p:cNvPr id="6" name="Slide Number Placeholder 6"/>
          <p:cNvSpPr>
            <a:spLocks noGrp="1"/>
          </p:cNvSpPr>
          <p:nvPr>
            <p:ph type="sldNum" sz="quarter" idx="4"/>
          </p:nvPr>
        </p:nvSpPr>
        <p:spPr>
          <a:xfrm>
            <a:off x="5280000" y="6480000"/>
            <a:ext cx="480000" cy="192000"/>
          </a:xfrm>
          <a:prstGeom prst="rect">
            <a:avLst/>
          </a:prstGeom>
        </p:spPr>
        <p:txBody>
          <a:bodyPr vert="horz" lIns="0" tIns="0" rIns="0" bIns="0" rtlCol="0" anchor="ctr"/>
          <a:lstStyle>
            <a:lvl1pPr algn="r">
              <a:defRPr sz="933">
                <a:solidFill>
                  <a:schemeClr val="tx1">
                    <a:tint val="75000"/>
                  </a:schemeClr>
                </a:solidFill>
              </a:defRPr>
            </a:lvl1pPr>
          </a:lstStyle>
          <a:p>
            <a:fld id="{7EA53A00-BFB8-486B-9127-67E82CD52B70}" type="slidenum">
              <a:rPr lang="en-US" smtClean="0"/>
              <a:t>‹N°›</a:t>
            </a:fld>
            <a:endParaRPr lang="en-US"/>
          </a:p>
        </p:txBody>
      </p:sp>
    </p:spTree>
    <p:extLst>
      <p:ext uri="{BB962C8B-B14F-4D97-AF65-F5344CB8AC3E}">
        <p14:creationId xmlns:p14="http://schemas.microsoft.com/office/powerpoint/2010/main" val="51851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hf sldNum="0" hdr="0" ftr="0" dt="0"/>
  <p:txStyles>
    <p:titleStyle>
      <a:lvl1pPr algn="l" defTabSz="914377" rtl="0" eaLnBrk="1" latinLnBrk="0" hangingPunct="1">
        <a:lnSpc>
          <a:spcPct val="90000"/>
        </a:lnSpc>
        <a:spcBef>
          <a:spcPct val="0"/>
        </a:spcBef>
        <a:buNone/>
        <a:defRPr sz="3733" kern="1200" cap="all" baseline="0">
          <a:solidFill>
            <a:schemeClr val="tx1"/>
          </a:solidFill>
          <a:latin typeface="+mj-lt"/>
          <a:ea typeface="+mj-ea"/>
          <a:cs typeface="+mj-cs"/>
        </a:defRPr>
      </a:lvl1pPr>
    </p:titleStyle>
    <p:bodyStyle>
      <a:lvl1pPr marL="239994" indent="-239994" algn="l" defTabSz="914377" rtl="0" eaLnBrk="1" latinLnBrk="0" hangingPunct="1">
        <a:spcBef>
          <a:spcPts val="400"/>
        </a:spcBef>
        <a:buFont typeface="Arial" panose="020B0604020202020204" pitchFamily="34" charset="0"/>
        <a:buChar char="•"/>
        <a:defRPr sz="2133" kern="1200">
          <a:solidFill>
            <a:schemeClr val="tx1"/>
          </a:solidFill>
          <a:latin typeface="+mn-lt"/>
          <a:ea typeface="+mn-ea"/>
          <a:cs typeface="+mn-cs"/>
        </a:defRPr>
      </a:lvl1pPr>
      <a:lvl2pPr marL="527987" indent="-239994" algn="l" defTabSz="914377" rtl="0" eaLnBrk="1" latinLnBrk="0" hangingPunct="1">
        <a:spcBef>
          <a:spcPts val="400"/>
        </a:spcBef>
        <a:buFont typeface="Arial" panose="020B0604020202020204" pitchFamily="34" charset="0"/>
        <a:buChar char="•"/>
        <a:defRPr sz="1867" kern="1200">
          <a:solidFill>
            <a:schemeClr val="tx1"/>
          </a:solidFill>
          <a:latin typeface="+mn-lt"/>
          <a:ea typeface="+mn-ea"/>
          <a:cs typeface="+mn-cs"/>
        </a:defRPr>
      </a:lvl2pPr>
      <a:lvl3pPr marL="815980" indent="-239994" algn="l" defTabSz="914377" rtl="0" eaLnBrk="1" latinLnBrk="0" hangingPunct="1">
        <a:spcBef>
          <a:spcPts val="400"/>
        </a:spcBef>
        <a:buFont typeface="Arial" panose="020B0604020202020204" pitchFamily="34" charset="0"/>
        <a:buChar char="•"/>
        <a:defRPr sz="1600" kern="1200">
          <a:solidFill>
            <a:schemeClr val="tx1"/>
          </a:solidFill>
          <a:latin typeface="+mn-lt"/>
          <a:ea typeface="+mn-ea"/>
          <a:cs typeface="+mn-cs"/>
        </a:defRPr>
      </a:lvl3pPr>
      <a:lvl4pPr marL="1103972" indent="-239994" algn="l" defTabSz="914377" rtl="0" eaLnBrk="1" latinLnBrk="0" hangingPunct="1">
        <a:spcBef>
          <a:spcPts val="400"/>
        </a:spcBef>
        <a:buFont typeface="Arial" panose="020B0604020202020204" pitchFamily="34" charset="0"/>
        <a:buChar char="•"/>
        <a:defRPr sz="1600" kern="1200">
          <a:solidFill>
            <a:schemeClr val="tx1"/>
          </a:solidFill>
          <a:latin typeface="+mn-lt"/>
          <a:ea typeface="+mn-ea"/>
          <a:cs typeface="+mn-cs"/>
        </a:defRPr>
      </a:lvl4pPr>
      <a:lvl5pPr marL="1391965" indent="-239994" algn="l" defTabSz="914377" rtl="0" eaLnBrk="1" latinLnBrk="0" hangingPunct="1">
        <a:spcBef>
          <a:spcPts val="4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6.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6.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6.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6.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6.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6.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FlightPlan C-Suite Week Preview: Driving Change at Record Speeds Through Industry Collaboration">
            <a:extLst>
              <a:ext uri="{FF2B5EF4-FFF2-40B4-BE49-F238E27FC236}">
                <a16:creationId xmlns:a16="http://schemas.microsoft.com/office/drawing/2014/main" id="{CC1E9A03-B03E-8A40-BD5C-DDDCD9F78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12" y="0"/>
            <a:ext cx="12213312"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8"/>
          <p:cNvSpPr>
            <a:spLocks noGrp="1"/>
          </p:cNvSpPr>
          <p:nvPr>
            <p:ph type="subTitle" idx="1"/>
          </p:nvPr>
        </p:nvSpPr>
        <p:spPr>
          <a:xfrm>
            <a:off x="0" y="3528000"/>
            <a:ext cx="6720000" cy="768000"/>
          </a:xfrm>
        </p:spPr>
        <p:txBody>
          <a:bodyPr anchor="ctr">
            <a:normAutofit fontScale="92500" lnSpcReduction="10000"/>
          </a:bodyPr>
          <a:lstStyle/>
          <a:p>
            <a:pPr marL="142875">
              <a:spcAft>
                <a:spcPts val="800"/>
              </a:spcAft>
            </a:pPr>
            <a:r>
              <a:rPr lang="en-US" sz="2800" dirty="0">
                <a:latin typeface="ExcellenceInMotion" panose="02000506030000020004" pitchFamily="2" charset="77"/>
                <a:cs typeface="ExcellenceInMotion" panose="02000506030000020004" pitchFamily="2" charset="77"/>
              </a:rPr>
              <a:t>Key elements for a sustainable information system architecture</a:t>
            </a:r>
          </a:p>
        </p:txBody>
      </p:sp>
      <p:sp>
        <p:nvSpPr>
          <p:cNvPr id="77" name="Text Placeholder 4">
            <a:extLst>
              <a:ext uri="{FF2B5EF4-FFF2-40B4-BE49-F238E27FC236}">
                <a16:creationId xmlns:a16="http://schemas.microsoft.com/office/drawing/2014/main" id="{37AA1F76-B283-4603-B98B-153197C5B8E1}"/>
              </a:ext>
            </a:extLst>
          </p:cNvPr>
          <p:cNvSpPr>
            <a:spLocks noGrp="1"/>
          </p:cNvSpPr>
          <p:nvPr>
            <p:ph type="body" sz="quarter" idx="10"/>
          </p:nvPr>
        </p:nvSpPr>
        <p:spPr>
          <a:xfrm>
            <a:off x="576000" y="4463690"/>
            <a:ext cx="6144000" cy="768000"/>
          </a:xfrm>
        </p:spPr>
        <p:txBody>
          <a:bodyPr/>
          <a:lstStyle/>
          <a:p>
            <a:r>
              <a:rPr lang="en-US" sz="1867" b="0" dirty="0">
                <a:latin typeface="ExcellenceInMotion" panose="02000506030000020004" pitchFamily="2" charset="77"/>
                <a:cs typeface="ExcellenceInMotion" panose="02000506030000020004" pitchFamily="2" charset="77"/>
              </a:rPr>
              <a:t>Gregor </a:t>
            </a:r>
            <a:r>
              <a:rPr lang="en-US" sz="1867" b="0" dirty="0" err="1">
                <a:latin typeface="ExcellenceInMotion" panose="02000506030000020004" pitchFamily="2" charset="77"/>
                <a:cs typeface="ExcellenceInMotion" panose="02000506030000020004" pitchFamily="2" charset="77"/>
              </a:rPr>
              <a:t>Baues</a:t>
            </a:r>
            <a:endParaRPr lang="en-US" sz="1200" b="0" dirty="0">
              <a:latin typeface="ExcellenceInMotion" panose="02000506030000020004" pitchFamily="2" charset="77"/>
              <a:cs typeface="ExcellenceInMotion" panose="02000506030000020004" pitchFamily="2" charset="77"/>
            </a:endParaRPr>
          </a:p>
        </p:txBody>
      </p:sp>
      <p:sp>
        <p:nvSpPr>
          <p:cNvPr id="79" name="Text Placeholder 5">
            <a:extLst>
              <a:ext uri="{FF2B5EF4-FFF2-40B4-BE49-F238E27FC236}">
                <a16:creationId xmlns:a16="http://schemas.microsoft.com/office/drawing/2014/main" id="{DBF46589-7073-4941-B0E6-931982ADB72C}"/>
              </a:ext>
            </a:extLst>
          </p:cNvPr>
          <p:cNvSpPr>
            <a:spLocks noGrp="1"/>
          </p:cNvSpPr>
          <p:nvPr>
            <p:ph type="body" sz="quarter" idx="13"/>
          </p:nvPr>
        </p:nvSpPr>
        <p:spPr>
          <a:xfrm>
            <a:off x="8064000" y="240000"/>
            <a:ext cx="3528000" cy="638400"/>
          </a:xfrm>
        </p:spPr>
        <p:txBody>
          <a:bodyPr/>
          <a:lstStyle/>
          <a:p>
            <a:r>
              <a:rPr lang="en-US"/>
              <a:t> </a:t>
            </a:r>
          </a:p>
        </p:txBody>
      </p:sp>
      <p:sp>
        <p:nvSpPr>
          <p:cNvPr id="10" name="ZoneTexte 9">
            <a:extLst>
              <a:ext uri="{FF2B5EF4-FFF2-40B4-BE49-F238E27FC236}">
                <a16:creationId xmlns:a16="http://schemas.microsoft.com/office/drawing/2014/main" id="{F395E0A3-9057-8E47-84F7-E8FBAF65E8C4}"/>
              </a:ext>
            </a:extLst>
          </p:cNvPr>
          <p:cNvSpPr txBox="1"/>
          <p:nvPr/>
        </p:nvSpPr>
        <p:spPr>
          <a:xfrm>
            <a:off x="1" y="2870690"/>
            <a:ext cx="9303060" cy="492443"/>
          </a:xfrm>
          <a:prstGeom prst="rect">
            <a:avLst/>
          </a:prstGeom>
          <a:noFill/>
        </p:spPr>
        <p:txBody>
          <a:bodyPr wrap="none" lIns="0" tIns="0" rIns="0" bIns="0" rtlCol="0">
            <a:spAutoFit/>
          </a:bodyPr>
          <a:lstStyle/>
          <a:p>
            <a:pPr marL="594769" defTabSz="1219170"/>
            <a:r>
              <a:rPr lang="fr-FR" sz="3200" b="1" dirty="0" err="1">
                <a:solidFill>
                  <a:srgbClr val="FFFFFF"/>
                </a:solidFill>
                <a:latin typeface="ExcellenceInMotion" panose="02000506030000020004" pitchFamily="2" charset="77"/>
                <a:cs typeface="ExcellenceInMotion" panose="02000506030000020004" pitchFamily="2" charset="77"/>
              </a:rPr>
              <a:t>Modularity</a:t>
            </a:r>
            <a:r>
              <a:rPr lang="fr-FR" sz="3200" b="1" dirty="0">
                <a:solidFill>
                  <a:srgbClr val="FFFFFF"/>
                </a:solidFill>
                <a:latin typeface="ExcellenceInMotion" panose="02000506030000020004" pitchFamily="2" charset="77"/>
                <a:cs typeface="ExcellenceInMotion" panose="02000506030000020004" pitchFamily="2" charset="77"/>
              </a:rPr>
              <a:t>, </a:t>
            </a:r>
            <a:r>
              <a:rPr lang="fr-FR" sz="3200" b="1" dirty="0" err="1">
                <a:solidFill>
                  <a:srgbClr val="FFFFFF"/>
                </a:solidFill>
                <a:latin typeface="ExcellenceInMotion" panose="02000506030000020004" pitchFamily="2" charset="77"/>
                <a:cs typeface="ExcellenceInMotion" panose="02000506030000020004" pitchFamily="2" charset="77"/>
              </a:rPr>
              <a:t>Interoperability</a:t>
            </a:r>
            <a:r>
              <a:rPr lang="fr-FR" sz="3200" b="1" dirty="0">
                <a:solidFill>
                  <a:srgbClr val="FFFFFF"/>
                </a:solidFill>
                <a:latin typeface="ExcellenceInMotion" panose="02000506030000020004" pitchFamily="2" charset="77"/>
                <a:cs typeface="ExcellenceInMotion" panose="02000506030000020004" pitchFamily="2" charset="77"/>
              </a:rPr>
              <a:t> &amp; </a:t>
            </a:r>
            <a:r>
              <a:rPr lang="fr-FR" sz="3200" b="1" dirty="0" err="1">
                <a:solidFill>
                  <a:srgbClr val="FFFFFF"/>
                </a:solidFill>
                <a:latin typeface="ExcellenceInMotion" panose="02000506030000020004" pitchFamily="2" charset="77"/>
                <a:cs typeface="ExcellenceInMotion" panose="02000506030000020004" pitchFamily="2" charset="77"/>
              </a:rPr>
              <a:t>Interchangeability</a:t>
            </a:r>
            <a:endParaRPr lang="fr-FR" sz="2133" b="1" dirty="0">
              <a:solidFill>
                <a:srgbClr val="FFFFFF"/>
              </a:solidFill>
              <a:latin typeface="ExcellenceInMotion" panose="02000506030000020004" pitchFamily="2" charset="77"/>
              <a:cs typeface="ExcellenceInMotion" panose="02000506030000020004" pitchFamily="2" charset="77"/>
            </a:endParaRPr>
          </a:p>
        </p:txBody>
      </p:sp>
      <p:pic>
        <p:nvPicPr>
          <p:cNvPr id="7" name="Image 6">
            <a:extLst>
              <a:ext uri="{FF2B5EF4-FFF2-40B4-BE49-F238E27FC236}">
                <a16:creationId xmlns:a16="http://schemas.microsoft.com/office/drawing/2014/main" id="{A16FA8F7-892B-2747-B061-A4D150AA4D4C}"/>
              </a:ext>
            </a:extLst>
          </p:cNvPr>
          <p:cNvPicPr>
            <a:picLocks noChangeAspect="1"/>
          </p:cNvPicPr>
          <p:nvPr/>
        </p:nvPicPr>
        <p:blipFill>
          <a:blip r:embed="rId4"/>
          <a:stretch>
            <a:fillRect/>
          </a:stretch>
        </p:blipFill>
        <p:spPr>
          <a:xfrm>
            <a:off x="-24278" y="5811388"/>
            <a:ext cx="1930850" cy="1045877"/>
          </a:xfrm>
          <a:prstGeom prst="rect">
            <a:avLst/>
          </a:prstGeom>
        </p:spPr>
      </p:pic>
      <p:sp>
        <p:nvSpPr>
          <p:cNvPr id="8" name="Text Placeholder 4">
            <a:extLst>
              <a:ext uri="{FF2B5EF4-FFF2-40B4-BE49-F238E27FC236}">
                <a16:creationId xmlns:a16="http://schemas.microsoft.com/office/drawing/2014/main" id="{C636C9F4-11D9-8849-ACD8-0C3E57658500}"/>
              </a:ext>
            </a:extLst>
          </p:cNvPr>
          <p:cNvSpPr txBox="1">
            <a:spLocks/>
          </p:cNvSpPr>
          <p:nvPr/>
        </p:nvSpPr>
        <p:spPr>
          <a:xfrm>
            <a:off x="178826" y="6498861"/>
            <a:ext cx="6541174" cy="288466"/>
          </a:xfrm>
          <a:prstGeom prst="rect">
            <a:avLst/>
          </a:prstGeom>
        </p:spPr>
        <p:txBody>
          <a:bodyPr vert="horz" lIns="0" tIns="0" rIns="0" bIns="0" rtlCol="0">
            <a:noAutofit/>
          </a:bodyPr>
          <a:lstStyle>
            <a:lvl1pPr marL="0" indent="0" algn="l" defTabSz="685800" rtl="0" eaLnBrk="1" latinLnBrk="0" hangingPunct="1">
              <a:spcBef>
                <a:spcPts val="0"/>
              </a:spcBef>
              <a:buFont typeface="Arial" panose="020B0604020202020204" pitchFamily="34" charset="0"/>
              <a:buNone/>
              <a:defRPr sz="1100" b="1" kern="1200">
                <a:solidFill>
                  <a:schemeClr val="bg1"/>
                </a:solidFill>
                <a:latin typeface="+mn-lt"/>
                <a:ea typeface="+mn-ea"/>
                <a:cs typeface="+mn-cs"/>
              </a:defRPr>
            </a:lvl1pPr>
            <a:lvl2pPr marL="396000" indent="-180000" algn="l" defTabSz="685800" rtl="0" eaLnBrk="1" latinLnBrk="0" hangingPunct="1">
              <a:spcBef>
                <a:spcPts val="300"/>
              </a:spcBef>
              <a:buFont typeface="Arial" panose="020B0604020202020204" pitchFamily="34" charset="0"/>
              <a:buChar char="•"/>
              <a:defRPr sz="1400" kern="1200">
                <a:solidFill>
                  <a:schemeClr val="tx1"/>
                </a:solidFill>
                <a:latin typeface="+mn-lt"/>
                <a:ea typeface="+mn-ea"/>
                <a:cs typeface="+mn-cs"/>
              </a:defRPr>
            </a:lvl2pPr>
            <a:lvl3pPr marL="612000" indent="-180000" algn="l" defTabSz="685800" rtl="0" eaLnBrk="1" latinLnBrk="0" hangingPunct="1">
              <a:spcBef>
                <a:spcPts val="300"/>
              </a:spcBef>
              <a:buFont typeface="Arial" panose="020B0604020202020204" pitchFamily="34" charset="0"/>
              <a:buChar char="•"/>
              <a:defRPr sz="1200" kern="1200">
                <a:solidFill>
                  <a:schemeClr val="tx1"/>
                </a:solidFill>
                <a:latin typeface="+mn-lt"/>
                <a:ea typeface="+mn-ea"/>
                <a:cs typeface="+mn-cs"/>
              </a:defRPr>
            </a:lvl3pPr>
            <a:lvl4pPr marL="828000" indent="-180000" algn="l" defTabSz="685800" rtl="0" eaLnBrk="1" latinLnBrk="0" hangingPunct="1">
              <a:spcBef>
                <a:spcPts val="300"/>
              </a:spcBef>
              <a:buFont typeface="Arial" panose="020B0604020202020204" pitchFamily="34" charset="0"/>
              <a:buChar char="•"/>
              <a:defRPr sz="1200" kern="1200">
                <a:solidFill>
                  <a:schemeClr val="tx1"/>
                </a:solidFill>
                <a:latin typeface="+mn-lt"/>
                <a:ea typeface="+mn-ea"/>
                <a:cs typeface="+mn-cs"/>
              </a:defRPr>
            </a:lvl4pPr>
            <a:lvl5pPr marL="1044000" indent="-180000" algn="l" defTabSz="685800" rtl="0" eaLnBrk="1" latinLnBrk="0" hangingPunct="1">
              <a:spcBef>
                <a:spcPts val="300"/>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r>
              <a:rPr lang="en-US" sz="1400" b="0" i="1" dirty="0">
                <a:latin typeface="ExcellenceInMotion" panose="02000506030000020004" pitchFamily="2" charset="77"/>
                <a:cs typeface="ExcellenceInMotion" panose="02000506030000020004" pitchFamily="2" charset="77"/>
              </a:rPr>
              <a:t>Maximize the value of innovation by connecting people, processes and data</a:t>
            </a:r>
          </a:p>
        </p:txBody>
      </p:sp>
    </p:spTree>
    <p:extLst>
      <p:ext uri="{BB962C8B-B14F-4D97-AF65-F5344CB8AC3E}">
        <p14:creationId xmlns:p14="http://schemas.microsoft.com/office/powerpoint/2010/main" val="1226747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dularity definition and information">
            <a:extLst>
              <a:ext uri="{FF2B5EF4-FFF2-40B4-BE49-F238E27FC236}">
                <a16:creationId xmlns:a16="http://schemas.microsoft.com/office/drawing/2014/main" id="{473CD065-D56B-C9C0-D9DB-BABF6E735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23" y="1446942"/>
            <a:ext cx="4711700"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9A44CC98-32DB-014F-06DD-5072B975B769}"/>
              </a:ext>
            </a:extLst>
          </p:cNvPr>
          <p:cNvSpPr txBox="1"/>
          <p:nvPr/>
        </p:nvSpPr>
        <p:spPr>
          <a:xfrm>
            <a:off x="5819454" y="2511341"/>
            <a:ext cx="6372546" cy="1631216"/>
          </a:xfrm>
          <a:prstGeom prst="rect">
            <a:avLst/>
          </a:prstGeom>
          <a:noFill/>
        </p:spPr>
        <p:txBody>
          <a:bodyPr wrap="square">
            <a:spAutoFit/>
          </a:bodyPr>
          <a:lstStyle/>
          <a:p>
            <a:r>
              <a:rPr lang="en-US" sz="2000" b="1"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Modularity</a:t>
            </a:r>
            <a:r>
              <a:rPr lang="en-US" sz="2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in the context of Information system </a:t>
            </a:r>
            <a:r>
              <a:rPr lang="en-US" sz="2000" b="0" i="0" dirty="0">
                <a:solidFill>
                  <a:schemeClr val="accent6">
                    <a:lumMod val="10000"/>
                  </a:schemeClr>
                </a:solidFill>
                <a:effectLst/>
                <a:latin typeface="Open Sans" panose="020B0606030504020204" pitchFamily="34" charset="0"/>
                <a:ea typeface="Open Sans" panose="020B0606030504020204" pitchFamily="34" charset="0"/>
                <a:cs typeface="Open Sans" panose="020B0606030504020204" pitchFamily="34" charset="0"/>
              </a:rPr>
              <a:t>architecture refers to the degree to which the different layers are organized into separate, independent, and interchangeable components or modules. </a:t>
            </a:r>
          </a:p>
        </p:txBody>
      </p:sp>
    </p:spTree>
    <p:extLst>
      <p:ext uri="{BB962C8B-B14F-4D97-AF65-F5344CB8AC3E}">
        <p14:creationId xmlns:p14="http://schemas.microsoft.com/office/powerpoint/2010/main" val="1184987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dularity definition and information">
            <a:extLst>
              <a:ext uri="{FF2B5EF4-FFF2-40B4-BE49-F238E27FC236}">
                <a16:creationId xmlns:a16="http://schemas.microsoft.com/office/drawing/2014/main" id="{473CD065-D56B-C9C0-D9DB-BABF6E735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23" y="1446942"/>
            <a:ext cx="4711700"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9A44CC98-32DB-014F-06DD-5072B975B769}"/>
              </a:ext>
            </a:extLst>
          </p:cNvPr>
          <p:cNvSpPr txBox="1"/>
          <p:nvPr/>
        </p:nvSpPr>
        <p:spPr>
          <a:xfrm>
            <a:off x="5819454" y="2536223"/>
            <a:ext cx="6372546" cy="1015663"/>
          </a:xfrm>
          <a:prstGeom prst="rect">
            <a:avLst/>
          </a:prstGeom>
          <a:noFill/>
        </p:spPr>
        <p:txBody>
          <a:bodyPr wrap="square">
            <a:spAutoFit/>
          </a:bodyPr>
          <a:lstStyle/>
          <a:p>
            <a:r>
              <a:rPr lang="en-US" sz="20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Modularity </a:t>
            </a: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is</a:t>
            </a:r>
            <a:r>
              <a:rPr lang="en-US" sz="20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enabled by Interoperability between systems or within the same system as well as Interchangeability of components of the system</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63106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dularity definition and information">
            <a:extLst>
              <a:ext uri="{FF2B5EF4-FFF2-40B4-BE49-F238E27FC236}">
                <a16:creationId xmlns:a16="http://schemas.microsoft.com/office/drawing/2014/main" id="{473CD065-D56B-C9C0-D9DB-BABF6E735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23" y="1446942"/>
            <a:ext cx="4711700"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9A44CC98-32DB-014F-06DD-5072B975B769}"/>
              </a:ext>
            </a:extLst>
          </p:cNvPr>
          <p:cNvSpPr txBox="1"/>
          <p:nvPr/>
        </p:nvSpPr>
        <p:spPr>
          <a:xfrm>
            <a:off x="5819454" y="1895519"/>
            <a:ext cx="6372546" cy="2862322"/>
          </a:xfrm>
          <a:prstGeom prst="rect">
            <a:avLst/>
          </a:prstGeom>
          <a:noFill/>
        </p:spPr>
        <p:txBody>
          <a:bodyPr wrap="square">
            <a:spAutoFit/>
          </a:bodyPr>
          <a:lstStyle/>
          <a:p>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Providers acting in</a:t>
            </a:r>
            <a:r>
              <a:rPr lang="en-US" sz="20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 Modern Airline Retailing </a:t>
            </a: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World all insist on the modularity of their offering without ever clearly specifying what it is or what objectives they intend to achieve with it.</a:t>
            </a:r>
          </a:p>
          <a:p>
            <a:endPar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Tx/>
              <a:buChar char="-"/>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Systems engineering on their side trying to reassure us about the maintainability/extensibility of the system ?</a:t>
            </a:r>
          </a:p>
          <a:p>
            <a:pPr marL="285750" indent="-285750">
              <a:buFontTx/>
              <a:buChar char="-"/>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Integration capabilities with other offering they have, or others may have ?</a:t>
            </a:r>
          </a:p>
          <a:p>
            <a:pPr marL="285750" indent="-285750">
              <a:buFontTx/>
              <a:buChar char="-"/>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825093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dularity definition and information">
            <a:extLst>
              <a:ext uri="{FF2B5EF4-FFF2-40B4-BE49-F238E27FC236}">
                <a16:creationId xmlns:a16="http://schemas.microsoft.com/office/drawing/2014/main" id="{473CD065-D56B-C9C0-D9DB-BABF6E735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23" y="1446942"/>
            <a:ext cx="4711700"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9A44CC98-32DB-014F-06DD-5072B975B769}"/>
              </a:ext>
            </a:extLst>
          </p:cNvPr>
          <p:cNvSpPr txBox="1"/>
          <p:nvPr/>
        </p:nvSpPr>
        <p:spPr>
          <a:xfrm>
            <a:off x="5819454" y="1659146"/>
            <a:ext cx="6372546" cy="3847207"/>
          </a:xfrm>
          <a:prstGeom prst="rect">
            <a:avLst/>
          </a:prstGeom>
          <a:noFill/>
        </p:spPr>
        <p:txBody>
          <a:bodyPr wrap="square">
            <a:spAutoFit/>
          </a:bodyPr>
          <a:lstStyle/>
          <a:p>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rPr>
              <a:t>The following tries to establish a sort of analysis grid to get a better understanding of what modularity means for a vendor across :</a:t>
            </a:r>
          </a:p>
          <a:p>
            <a:endPar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AutoNum type="alphaLcParenR"/>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A comprehensive set of system architecture levels</a:t>
            </a:r>
          </a:p>
          <a:p>
            <a:pPr marL="342900" indent="-342900">
              <a:buAutoNum type="alphaLcParenR"/>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Interoperability across multiple actors (air and non air) in the airline retailing scope – how can we work together with others and how is that supported by the modularity claim</a:t>
            </a:r>
          </a:p>
          <a:p>
            <a:pPr marL="342900" indent="-342900">
              <a:buAutoNum type="alphaLcParenR"/>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Interchangeability : Can a module with a set of feature/function from a system provider be replaced by another module with the same function/feature set from another supplier without having a negative impact on the overall operation of the system</a:t>
            </a:r>
          </a:p>
          <a:p>
            <a:pPr marL="342900" indent="-342900">
              <a:buAutoNum type="alphaLcParenR"/>
            </a:pPr>
            <a:endParaRPr lang="en-US"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AutoNum type="alphaLcParenR"/>
            </a:pP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30444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D91D68E3-9BC4-F611-D345-CFF4EC55E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2712378"/>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425A0B8D-5B79-A2F8-18CA-1CB841F2DA14}"/>
              </a:ext>
            </a:extLst>
          </p:cNvPr>
          <p:cNvSpPr txBox="1"/>
          <p:nvPr/>
        </p:nvSpPr>
        <p:spPr>
          <a:xfrm>
            <a:off x="178942" y="2886264"/>
            <a:ext cx="5509727" cy="3539430"/>
          </a:xfrm>
          <a:prstGeom prst="rect">
            <a:avLst/>
          </a:prstGeom>
          <a:noFill/>
        </p:spPr>
        <p:txBody>
          <a:bodyPr wrap="square">
            <a:spAutoFit/>
          </a:bodyPr>
          <a:lstStyle/>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Presentation Layer (User Interface)</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This layer is responsible for handling user interactions and presenting information to users. It includes components like web browsers, mobile apps, graphical user interfaces (GUIs), and other interfaces through which users interact with the system.</a:t>
            </a:r>
          </a:p>
          <a:p>
            <a:pPr marL="171450" indent="-171450" algn="l">
              <a:buFont typeface="Arial" panose="020B0604020202020204" pitchFamily="34" charset="0"/>
              <a:buChar char="•"/>
            </a:pPr>
            <a:endParaRPr lang="en-US" sz="1400" b="0" i="0" dirty="0">
              <a:effectLst/>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Application Layer (Business Logic)</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The application layer contains the business logic and rules that govern how data is processed and manipulated. It acts as an intermediary between the presentation layer and the data layer, ensuring that data is processed and presented correctly.</a:t>
            </a:r>
          </a:p>
          <a:p>
            <a:pPr marL="171450" indent="-171450" algn="l">
              <a:buFont typeface="Arial" panose="020B0604020202020204" pitchFamily="34" charset="0"/>
              <a:buChar char="•"/>
            </a:pPr>
            <a:endParaRPr lang="en-US" sz="1400" b="0" i="0" dirty="0">
              <a:effectLst/>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Data Layer (Data Storage)</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The data layer is responsible for storing and managing data. It includes databases, data warehouses, data lakes, and other data storage systems. This layer ensures data integrity, security, and efficient retrieval.</a:t>
            </a:r>
          </a:p>
        </p:txBody>
      </p:sp>
      <p:sp>
        <p:nvSpPr>
          <p:cNvPr id="6" name="Titre 5">
            <a:extLst>
              <a:ext uri="{FF2B5EF4-FFF2-40B4-BE49-F238E27FC236}">
                <a16:creationId xmlns:a16="http://schemas.microsoft.com/office/drawing/2014/main" id="{F0BE7872-D28C-724D-D39B-E646E3738033}"/>
              </a:ext>
            </a:extLst>
          </p:cNvPr>
          <p:cNvSpPr>
            <a:spLocks noGrp="1"/>
          </p:cNvSpPr>
          <p:nvPr>
            <p:ph type="title"/>
          </p:nvPr>
        </p:nvSpPr>
        <p:spPr/>
        <p:txBody>
          <a:bodyPr/>
          <a:lstStyle/>
          <a:p>
            <a:r>
              <a:rPr lang="en-US" dirty="0"/>
              <a:t>Architectural Layers</a:t>
            </a:r>
            <a:r>
              <a:rPr lang="en-US" baseline="30000" dirty="0"/>
              <a:t>*</a:t>
            </a:r>
            <a:r>
              <a:rPr lang="en-US" dirty="0"/>
              <a:t> (1/2)</a:t>
            </a:r>
          </a:p>
        </p:txBody>
      </p:sp>
      <p:sp>
        <p:nvSpPr>
          <p:cNvPr id="9" name="ZoneTexte 8">
            <a:extLst>
              <a:ext uri="{FF2B5EF4-FFF2-40B4-BE49-F238E27FC236}">
                <a16:creationId xmlns:a16="http://schemas.microsoft.com/office/drawing/2014/main" id="{5BF10AF7-EB56-80A0-92C9-C4CFA0D4061E}"/>
              </a:ext>
            </a:extLst>
          </p:cNvPr>
          <p:cNvSpPr txBox="1"/>
          <p:nvPr/>
        </p:nvSpPr>
        <p:spPr>
          <a:xfrm>
            <a:off x="6408681" y="2887055"/>
            <a:ext cx="5509727" cy="3539430"/>
          </a:xfrm>
          <a:prstGeom prst="rect">
            <a:avLst/>
          </a:prstGeom>
          <a:noFill/>
        </p:spPr>
        <p:txBody>
          <a:bodyPr wrap="square">
            <a:spAutoFit/>
          </a:bodyPr>
          <a:lstStyle/>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Integration Layer</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The integration layer facilitates communication and data exchange between different components of the information system. It allows disparate systems to work together seamlessly and supports data integration from various sources.</a:t>
            </a:r>
          </a:p>
          <a:p>
            <a:pPr marL="171450" indent="-171450" algn="l">
              <a:buFont typeface="Arial" panose="020B0604020202020204" pitchFamily="34" charset="0"/>
              <a:buChar char="•"/>
            </a:pPr>
            <a:endParaRPr lang="en-US" sz="1400" b="0" i="0" dirty="0">
              <a:effectLst/>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Security Layer</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The security layer focuses on protecting the information system from unauthorized access, data breaches, and other security threats. It includes authentication, authorization, encryption, firewalls, and other security mechanisms.</a:t>
            </a:r>
          </a:p>
          <a:p>
            <a:pPr marL="171450" indent="-171450" algn="l">
              <a:buFont typeface="Arial" panose="020B0604020202020204" pitchFamily="34" charset="0"/>
              <a:buChar char="•"/>
            </a:pPr>
            <a:endParaRPr lang="en-US" sz="1400" b="0" i="0" dirty="0">
              <a:effectLst/>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Infrastructure Layer</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The infrastructure layer consists of the physical hardware and network components that support the entire information system. This includes servers, routers, switches, data centers, and cloud infrastructure.</a:t>
            </a:r>
          </a:p>
        </p:txBody>
      </p:sp>
      <p:sp>
        <p:nvSpPr>
          <p:cNvPr id="10" name="ZoneTexte 9">
            <a:extLst>
              <a:ext uri="{FF2B5EF4-FFF2-40B4-BE49-F238E27FC236}">
                <a16:creationId xmlns:a16="http://schemas.microsoft.com/office/drawing/2014/main" id="{F7AB65AF-6E6F-907F-7477-5BD39C7BC12D}"/>
              </a:ext>
            </a:extLst>
          </p:cNvPr>
          <p:cNvSpPr txBox="1"/>
          <p:nvPr/>
        </p:nvSpPr>
        <p:spPr>
          <a:xfrm>
            <a:off x="147963" y="2291908"/>
            <a:ext cx="8018105" cy="369332"/>
          </a:xfrm>
          <a:prstGeom prst="rect">
            <a:avLst/>
          </a:prstGeom>
          <a:noFill/>
        </p:spPr>
        <p:txBody>
          <a:bodyPr wrap="square" lIns="0" tIns="0" rIns="0" bIns="0" rtlCol="0">
            <a:spAutoFit/>
          </a:bodyPr>
          <a:lstStyle/>
          <a:p>
            <a:r>
              <a:rPr lang="en-US" sz="1200" i="1" dirty="0">
                <a:solidFill>
                  <a:schemeClr val="bg1"/>
                </a:solidFill>
              </a:rPr>
              <a:t>* The list provided here is for illustration purposes and discussion rather than a reflection of any existing representation/model at AF/KLM</a:t>
            </a:r>
          </a:p>
        </p:txBody>
      </p:sp>
    </p:spTree>
    <p:extLst>
      <p:ext uri="{BB962C8B-B14F-4D97-AF65-F5344CB8AC3E}">
        <p14:creationId xmlns:p14="http://schemas.microsoft.com/office/powerpoint/2010/main" val="3266070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D91D68E3-9BC4-F611-D345-CFF4EC55E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2712378"/>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425A0B8D-5B79-A2F8-18CA-1CB841F2DA14}"/>
              </a:ext>
            </a:extLst>
          </p:cNvPr>
          <p:cNvSpPr txBox="1"/>
          <p:nvPr/>
        </p:nvSpPr>
        <p:spPr>
          <a:xfrm>
            <a:off x="168667" y="2896448"/>
            <a:ext cx="5497286" cy="3323987"/>
          </a:xfrm>
          <a:prstGeom prst="rect">
            <a:avLst/>
          </a:prstGeom>
          <a:noFill/>
        </p:spPr>
        <p:txBody>
          <a:bodyPr wrap="square">
            <a:spAutoFit/>
          </a:bodyPr>
          <a:lstStyle/>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Middleware Layer</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Middleware acts as a bridge between different software applications and enables communication and data exchange. It facilitates integration, messaging, and data transformation between various components.</a:t>
            </a:r>
          </a:p>
          <a:p>
            <a:pPr marL="171450" indent="-171450" algn="l">
              <a:buFont typeface="Arial" panose="020B0604020202020204" pitchFamily="34" charset="0"/>
              <a:buChar char="•"/>
            </a:pPr>
            <a:endParaRPr lang="en-US" sz="1400" b="0" i="0" dirty="0">
              <a:effectLst/>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Analytics Layer</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The analytics layer is responsible for processing and analyzing data to gain insights and support decision-making. It may involve tools for business intelligence, data mining, data visualization, and reporting.</a:t>
            </a:r>
          </a:p>
          <a:p>
            <a:pPr marL="171450" indent="-171450" algn="l">
              <a:buFont typeface="Arial" panose="020B0604020202020204" pitchFamily="34" charset="0"/>
              <a:buChar char="•"/>
            </a:pPr>
            <a:endParaRPr lang="en-US" sz="1400" b="0" i="0" dirty="0">
              <a:effectLst/>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Monitoring and Management Layer</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This layer involves tools and components for monitoring the health, performance, and availability of the information system. It enables administrators to manage resources and troubleshoot issues.</a:t>
            </a:r>
          </a:p>
        </p:txBody>
      </p:sp>
      <p:sp>
        <p:nvSpPr>
          <p:cNvPr id="6" name="Titre 5">
            <a:extLst>
              <a:ext uri="{FF2B5EF4-FFF2-40B4-BE49-F238E27FC236}">
                <a16:creationId xmlns:a16="http://schemas.microsoft.com/office/drawing/2014/main" id="{F0BE7872-D28C-724D-D39B-E646E3738033}"/>
              </a:ext>
            </a:extLst>
          </p:cNvPr>
          <p:cNvSpPr>
            <a:spLocks noGrp="1"/>
          </p:cNvSpPr>
          <p:nvPr>
            <p:ph type="title"/>
          </p:nvPr>
        </p:nvSpPr>
        <p:spPr/>
        <p:txBody>
          <a:bodyPr/>
          <a:lstStyle/>
          <a:p>
            <a:r>
              <a:rPr lang="en-US" dirty="0"/>
              <a:t>Architectural Layers (2/2)</a:t>
            </a:r>
          </a:p>
        </p:txBody>
      </p:sp>
      <p:sp>
        <p:nvSpPr>
          <p:cNvPr id="2" name="ZoneTexte 1">
            <a:extLst>
              <a:ext uri="{FF2B5EF4-FFF2-40B4-BE49-F238E27FC236}">
                <a16:creationId xmlns:a16="http://schemas.microsoft.com/office/drawing/2014/main" id="{73414C35-33B9-89F5-E971-5380AB8EA66D}"/>
              </a:ext>
            </a:extLst>
          </p:cNvPr>
          <p:cNvSpPr txBox="1"/>
          <p:nvPr/>
        </p:nvSpPr>
        <p:spPr>
          <a:xfrm>
            <a:off x="6373525" y="2887117"/>
            <a:ext cx="5497286" cy="3323987"/>
          </a:xfrm>
          <a:prstGeom prst="rect">
            <a:avLst/>
          </a:prstGeom>
          <a:noFill/>
        </p:spPr>
        <p:txBody>
          <a:bodyPr wrap="square">
            <a:spAutoFit/>
          </a:bodyPr>
          <a:lstStyle/>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Compliance and Governance Layer</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This layer focuses on ensuring that the information system complies with relevant regulations, standards, and internal policies. It includes components for auditing, compliance reporting, and governance frameworks.</a:t>
            </a:r>
          </a:p>
          <a:p>
            <a:pPr marL="171450" indent="-171450" algn="l">
              <a:buFont typeface="Arial" panose="020B0604020202020204" pitchFamily="34" charset="0"/>
              <a:buChar char="•"/>
            </a:pPr>
            <a:endParaRPr lang="en-US" sz="1400" b="0" i="0" dirty="0">
              <a:effectLst/>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Service Layer (APIs)</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The service layer provides APIs (Application Programming Interfaces) that allow external systems or applications to access specific functionalities or data within the information system.</a:t>
            </a:r>
          </a:p>
          <a:p>
            <a:pPr marL="171450" indent="-171450" algn="l">
              <a:buFont typeface="Arial" panose="020B0604020202020204" pitchFamily="34" charset="0"/>
              <a:buChar char="•"/>
            </a:pPr>
            <a:endParaRPr lang="en-US" sz="1400" b="0" i="0" dirty="0">
              <a:effectLst/>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r>
              <a:rPr lang="en-US" sz="1400" b="1" i="0" dirty="0">
                <a:effectLst/>
                <a:latin typeface="Open Sans" panose="020B0606030504020204" pitchFamily="34" charset="0"/>
                <a:ea typeface="Open Sans" panose="020B0606030504020204" pitchFamily="34" charset="0"/>
                <a:cs typeface="Open Sans" panose="020B0606030504020204" pitchFamily="34" charset="0"/>
              </a:rPr>
              <a:t>User Data Layer</a:t>
            </a:r>
            <a:r>
              <a:rPr lang="en-US" sz="1400" b="0" i="0" dirty="0">
                <a:effectLst/>
                <a:latin typeface="Open Sans" panose="020B0606030504020204" pitchFamily="34" charset="0"/>
                <a:ea typeface="Open Sans" panose="020B0606030504020204" pitchFamily="34" charset="0"/>
                <a:cs typeface="Open Sans" panose="020B0606030504020204" pitchFamily="34" charset="0"/>
              </a:rPr>
              <a:t>: In some architectures, a separate user data layer might exist, which deals specifically with user-specific data and preferences, providing personalization and user-specific services.</a:t>
            </a:r>
          </a:p>
        </p:txBody>
      </p:sp>
    </p:spTree>
    <p:extLst>
      <p:ext uri="{BB962C8B-B14F-4D97-AF65-F5344CB8AC3E}">
        <p14:creationId xmlns:p14="http://schemas.microsoft.com/office/powerpoint/2010/main" val="1121677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D20F62F-BEAC-5B02-EF28-37994E68AD18}"/>
              </a:ext>
            </a:extLst>
          </p:cNvPr>
          <p:cNvSpPr>
            <a:spLocks noGrp="1"/>
          </p:cNvSpPr>
          <p:nvPr>
            <p:ph type="title"/>
          </p:nvPr>
        </p:nvSpPr>
        <p:spPr>
          <a:xfrm>
            <a:off x="336000" y="240000"/>
            <a:ext cx="11520000" cy="480000"/>
          </a:xfrm>
        </p:spPr>
        <p:txBody>
          <a:bodyPr anchor="t">
            <a:normAutofit/>
          </a:bodyPr>
          <a:lstStyle/>
          <a:p>
            <a:r>
              <a:rPr lang="en-US" sz="3200"/>
              <a:t>Remarks </a:t>
            </a:r>
          </a:p>
        </p:txBody>
      </p:sp>
      <p:sp>
        <p:nvSpPr>
          <p:cNvPr id="12" name="Text Placeholder 2">
            <a:extLst>
              <a:ext uri="{FF2B5EF4-FFF2-40B4-BE49-F238E27FC236}">
                <a16:creationId xmlns:a16="http://schemas.microsoft.com/office/drawing/2014/main" id="{A95CF14A-DA66-7E7C-50D9-E8C31F7BC3B2}"/>
              </a:ext>
            </a:extLst>
          </p:cNvPr>
          <p:cNvSpPr>
            <a:spLocks noGrp="1"/>
          </p:cNvSpPr>
          <p:nvPr>
            <p:ph type="body" idx="1"/>
          </p:nvPr>
        </p:nvSpPr>
        <p:spPr>
          <a:xfrm>
            <a:off x="334433" y="768000"/>
            <a:ext cx="11520000" cy="336000"/>
          </a:xfrm>
        </p:spPr>
        <p:txBody>
          <a:bodyPr anchor="t">
            <a:normAutofit/>
          </a:bodyPr>
          <a:lstStyle/>
          <a:p>
            <a:pPr>
              <a:spcAft>
                <a:spcPts val="600"/>
              </a:spcAft>
            </a:pPr>
            <a:r>
              <a:rPr lang="en-US"/>
              <a:t>Some elements to keep in mind when reading the remainder</a:t>
            </a:r>
          </a:p>
        </p:txBody>
      </p:sp>
      <p:graphicFrame>
        <p:nvGraphicFramePr>
          <p:cNvPr id="14" name="Espace réservé du contenu 1">
            <a:extLst>
              <a:ext uri="{FF2B5EF4-FFF2-40B4-BE49-F238E27FC236}">
                <a16:creationId xmlns:a16="http://schemas.microsoft.com/office/drawing/2014/main" id="{52CC3F0C-9F32-BE32-6EA3-D7F96A0ABBA9}"/>
              </a:ext>
            </a:extLst>
          </p:cNvPr>
          <p:cNvGraphicFramePr>
            <a:graphicFrameLocks noGrp="1"/>
          </p:cNvGraphicFramePr>
          <p:nvPr>
            <p:ph sz="half" idx="2"/>
            <p:extLst>
              <p:ext uri="{D42A27DB-BD31-4B8C-83A1-F6EECF244321}">
                <p14:modId xmlns:p14="http://schemas.microsoft.com/office/powerpoint/2010/main" val="3777983649"/>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0163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fontScale="90000"/>
          </a:bodyPr>
          <a:lstStyle/>
          <a:p>
            <a:r>
              <a:rPr lang="en-US" sz="3600" dirty="0"/>
              <a:t>Presentation Layer</a:t>
            </a:r>
            <a:br>
              <a:rPr lang="en-US" sz="3200" dirty="0"/>
            </a:br>
            <a:endParaRPr lang="en-US" sz="3200" dirty="0"/>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3050827289"/>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0534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solidFill>
                  <a:schemeClr val="accent6">
                    <a:lumMod val="10000"/>
                  </a:schemeClr>
                </a:solidFill>
                <a:effectLst/>
                <a:ea typeface="Fira Code" panose="020B0809050000020004" pitchFamily="49" charset="0"/>
                <a:cs typeface="ExcellenceInMotion" panose="02000506030000020004" pitchFamily="2" charset="77"/>
              </a:rPr>
              <a:t>Application Layer</a:t>
            </a:r>
            <a:endParaRPr lang="en-US" sz="3200" dirty="0">
              <a:solidFill>
                <a:schemeClr val="accent6">
                  <a:lumMod val="10000"/>
                </a:schemeClr>
              </a:solidFill>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2062019062"/>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694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effectLst/>
                <a:latin typeface="+mn-lt"/>
                <a:ea typeface="Open Sans" panose="020B0606030504020204" pitchFamily="34" charset="0"/>
                <a:cs typeface="Open Sans" panose="020B0606030504020204" pitchFamily="34" charset="0"/>
              </a:rPr>
              <a:t>Data Layer (Data Storage):</a:t>
            </a:r>
            <a:endParaRPr lang="en-US" sz="3200" dirty="0">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2994512554"/>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44431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311919"/>
            <a:ext cx="11520000" cy="480000"/>
          </a:xfrm>
        </p:spPr>
        <p:txBody>
          <a:bodyPr anchor="t">
            <a:normAutofit/>
          </a:bodyPr>
          <a:lstStyle/>
          <a:p>
            <a:r>
              <a:rPr lang="en-US" sz="3200" i="0" dirty="0">
                <a:effectLst/>
                <a:latin typeface="+mn-lt"/>
                <a:ea typeface="Open Sans" panose="020B0606030504020204" pitchFamily="34" charset="0"/>
                <a:cs typeface="Open Sans" panose="020B0606030504020204" pitchFamily="34" charset="0"/>
              </a:rPr>
              <a:t>Integration Layer</a:t>
            </a:r>
            <a:endParaRPr lang="en-US" sz="3200" dirty="0">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3942461764"/>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485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effectLst/>
                <a:latin typeface="+mn-lt"/>
                <a:ea typeface="Open Sans" panose="020B0606030504020204" pitchFamily="34" charset="0"/>
                <a:cs typeface="Open Sans" panose="020B0606030504020204" pitchFamily="34" charset="0"/>
              </a:rPr>
              <a:t>Security Layer</a:t>
            </a:r>
            <a:endParaRPr lang="en-US" sz="3200" dirty="0">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4264514524"/>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2697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effectLst/>
                <a:latin typeface="+mn-lt"/>
                <a:ea typeface="Open Sans" panose="020B0606030504020204" pitchFamily="34" charset="0"/>
                <a:cs typeface="Open Sans" panose="020B0606030504020204" pitchFamily="34" charset="0"/>
              </a:rPr>
              <a:t>Infrastructure Layer</a:t>
            </a:r>
            <a:endParaRPr lang="en-US" sz="3200" dirty="0">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3655251039"/>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180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solidFill>
                  <a:schemeClr val="accent6">
                    <a:lumMod val="10000"/>
                  </a:schemeClr>
                </a:solidFill>
                <a:effectLst/>
                <a:latin typeface="+mn-lt"/>
                <a:ea typeface="Open Sans" panose="020B0606030504020204" pitchFamily="34" charset="0"/>
                <a:cs typeface="Open Sans" panose="020B0606030504020204" pitchFamily="34" charset="0"/>
              </a:rPr>
              <a:t>Middleware Layer</a:t>
            </a:r>
            <a:endParaRPr lang="en-US" sz="3200" dirty="0">
              <a:solidFill>
                <a:schemeClr val="accent6">
                  <a:lumMod val="10000"/>
                </a:schemeClr>
              </a:solidFill>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1212800811"/>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4125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effectLst/>
                <a:latin typeface="+mn-lt"/>
                <a:ea typeface="Open Sans" panose="020B0606030504020204" pitchFamily="34" charset="0"/>
                <a:cs typeface="Open Sans" panose="020B0606030504020204" pitchFamily="34" charset="0"/>
              </a:rPr>
              <a:t>Analytics Layer</a:t>
            </a:r>
            <a:endParaRPr lang="en-US" sz="3200" dirty="0">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3198103969"/>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8263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effectLst/>
                <a:latin typeface="+mn-lt"/>
                <a:ea typeface="Open Sans" panose="020B0606030504020204" pitchFamily="34" charset="0"/>
                <a:cs typeface="Open Sans" panose="020B0606030504020204" pitchFamily="34" charset="0"/>
              </a:rPr>
              <a:t>Monitoring and Management Layer</a:t>
            </a:r>
            <a:endParaRPr lang="en-US" sz="3200" dirty="0">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3082669926"/>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1277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effectLst/>
                <a:latin typeface="+mn-lt"/>
                <a:ea typeface="Open Sans" panose="020B0606030504020204" pitchFamily="34" charset="0"/>
                <a:cs typeface="Open Sans" panose="020B0606030504020204" pitchFamily="34" charset="0"/>
              </a:rPr>
              <a:t>Compliance and Governance Layer</a:t>
            </a:r>
            <a:endParaRPr lang="en-US" sz="3200" dirty="0">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3817046949"/>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9025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effectLst/>
                <a:latin typeface="+mn-lt"/>
                <a:ea typeface="Open Sans" panose="020B0606030504020204" pitchFamily="34" charset="0"/>
                <a:cs typeface="Open Sans" panose="020B0606030504020204" pitchFamily="34" charset="0"/>
              </a:rPr>
              <a:t>Service Layer (APIs)</a:t>
            </a:r>
            <a:endParaRPr lang="en-US" sz="3200" dirty="0">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3477548571"/>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7288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B0DEC2C-0086-2B3D-D69E-A7CB2DF3477E}"/>
              </a:ext>
            </a:extLst>
          </p:cNvPr>
          <p:cNvSpPr>
            <a:spLocks noGrp="1"/>
          </p:cNvSpPr>
          <p:nvPr>
            <p:ph type="title"/>
          </p:nvPr>
        </p:nvSpPr>
        <p:spPr>
          <a:xfrm>
            <a:off x="346275" y="250274"/>
            <a:ext cx="11520000" cy="480000"/>
          </a:xfrm>
        </p:spPr>
        <p:txBody>
          <a:bodyPr anchor="t">
            <a:normAutofit/>
          </a:bodyPr>
          <a:lstStyle/>
          <a:p>
            <a:r>
              <a:rPr lang="en-US" sz="3200" i="0" dirty="0">
                <a:effectLst/>
                <a:latin typeface="+mn-lt"/>
                <a:ea typeface="Open Sans" panose="020B0606030504020204" pitchFamily="34" charset="0"/>
                <a:cs typeface="Open Sans" panose="020B0606030504020204" pitchFamily="34" charset="0"/>
              </a:rPr>
              <a:t>User Data Layer</a:t>
            </a:r>
            <a:endParaRPr lang="en-US" sz="3200" dirty="0">
              <a:latin typeface="+mn-lt"/>
            </a:endParaRPr>
          </a:p>
        </p:txBody>
      </p:sp>
      <p:graphicFrame>
        <p:nvGraphicFramePr>
          <p:cNvPr id="2" name="Diagramme 1">
            <a:extLst>
              <a:ext uri="{FF2B5EF4-FFF2-40B4-BE49-F238E27FC236}">
                <a16:creationId xmlns:a16="http://schemas.microsoft.com/office/drawing/2014/main" id="{0F324A00-65A5-3D41-07C8-E7B49F92946C}"/>
              </a:ext>
            </a:extLst>
          </p:cNvPr>
          <p:cNvGraphicFramePr/>
          <p:nvPr>
            <p:extLst>
              <p:ext uri="{D42A27DB-BD31-4B8C-83A1-F6EECF244321}">
                <p14:modId xmlns:p14="http://schemas.microsoft.com/office/powerpoint/2010/main" val="34547875"/>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653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2458C4-4884-7828-AD38-EC3FBA454089}"/>
              </a:ext>
            </a:extLst>
          </p:cNvPr>
          <p:cNvSpPr>
            <a:spLocks noGrp="1"/>
          </p:cNvSpPr>
          <p:nvPr>
            <p:ph type="title"/>
          </p:nvPr>
        </p:nvSpPr>
        <p:spPr>
          <a:xfrm>
            <a:off x="336000" y="240000"/>
            <a:ext cx="11520000" cy="480000"/>
          </a:xfrm>
        </p:spPr>
        <p:txBody>
          <a:bodyPr anchor="t">
            <a:normAutofit/>
          </a:bodyPr>
          <a:lstStyle/>
          <a:p>
            <a:r>
              <a:rPr lang="en-US" sz="3200"/>
              <a:t>Summary</a:t>
            </a:r>
          </a:p>
        </p:txBody>
      </p:sp>
      <p:graphicFrame>
        <p:nvGraphicFramePr>
          <p:cNvPr id="6" name="Espace réservé du contenu 3">
            <a:extLst>
              <a:ext uri="{FF2B5EF4-FFF2-40B4-BE49-F238E27FC236}">
                <a16:creationId xmlns:a16="http://schemas.microsoft.com/office/drawing/2014/main" id="{CCA534B5-006D-CD41-8C40-973EEC629C5C}"/>
              </a:ext>
            </a:extLst>
          </p:cNvPr>
          <p:cNvGraphicFramePr>
            <a:graphicFrameLocks noGrp="1"/>
          </p:cNvGraphicFramePr>
          <p:nvPr>
            <p:ph sz="half" idx="2"/>
            <p:extLst>
              <p:ext uri="{D42A27DB-BD31-4B8C-83A1-F6EECF244321}">
                <p14:modId xmlns:p14="http://schemas.microsoft.com/office/powerpoint/2010/main" val="3210566511"/>
              </p:ext>
            </p:extLst>
          </p:nvPr>
        </p:nvGraphicFramePr>
        <p:xfrm>
          <a:off x="334433" y="1632000"/>
          <a:ext cx="11520000" cy="44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9105600"/>
      </p:ext>
    </p:extLst>
  </p:cSld>
  <p:clrMapOvr>
    <a:masterClrMapping/>
  </p:clrMapOvr>
</p:sld>
</file>

<file path=ppt/theme/theme1.xml><?xml version="1.0" encoding="utf-8"?>
<a:theme xmlns:a="http://schemas.openxmlformats.org/drawingml/2006/main" name="AFKL_PPT">
  <a:themeElements>
    <a:clrScheme name="AFKL_Internal">
      <a:dk1>
        <a:srgbClr val="051039"/>
      </a:dk1>
      <a:lt1>
        <a:sysClr val="window" lastClr="FFFFFF"/>
      </a:lt1>
      <a:dk2>
        <a:srgbClr val="D2204C"/>
      </a:dk2>
      <a:lt2>
        <a:srgbClr val="C7DBEC"/>
      </a:lt2>
      <a:accent1>
        <a:srgbClr val="0800B9"/>
      </a:accent1>
      <a:accent2>
        <a:srgbClr val="E5882E"/>
      </a:accent2>
      <a:accent3>
        <a:srgbClr val="11B3E5"/>
      </a:accent3>
      <a:accent4>
        <a:srgbClr val="A4E93A"/>
      </a:accent4>
      <a:accent5>
        <a:srgbClr val="FF0000"/>
      </a:accent5>
      <a:accent6>
        <a:srgbClr val="E9E5E6"/>
      </a:accent6>
      <a:hlink>
        <a:srgbClr val="051039"/>
      </a:hlink>
      <a:folHlink>
        <a:srgbClr val="B2B2B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9525">
          <a:solidFill>
            <a:schemeClr val="accent3"/>
          </a:solid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bwMode="gray">
        <a:ln w="9525">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600" dirty="0" err="1" smtClean="0"/>
        </a:defPPr>
      </a:lstStyle>
    </a:txDef>
  </a:objectDefaults>
  <a:extraClrSchemeLst/>
  <a:custClrLst>
    <a:custClr name="White">
      <a:srgbClr val="FFFFFF"/>
    </a:custClr>
    <a:custClr name="Pastel AF Blue">
      <a:srgbClr val="C9D9E0"/>
    </a:custClr>
    <a:custClr name="White">
      <a:srgbClr val="FFFFFF"/>
    </a:custClr>
    <a:custClr name="Pastel 1">
      <a:srgbClr val="E1CFFF"/>
    </a:custClr>
    <a:custClr name="KLM Blue">
      <a:srgbClr val="00A1DE"/>
    </a:custClr>
    <a:custClr name="Pastel 2">
      <a:srgbClr val="F8EAB6"/>
    </a:custClr>
    <a:custClr name="Pastel 3">
      <a:srgbClr val="C7E9FA"/>
    </a:custClr>
    <a:custClr name="Pastel 4">
      <a:srgbClr val="C7F2DB"/>
    </a:custClr>
    <a:custClr name="Pastel 5">
      <a:srgbClr val="FFC9E4"/>
    </a:custClr>
    <a:custClr name="Pastel 6">
      <a:srgbClr val="F6F5F5"/>
    </a:custClr>
  </a:custClrLst>
  <a:extLst>
    <a:ext uri="{05A4C25C-085E-4340-85A3-A5531E510DB2}">
      <thm15:themeFamily xmlns:thm15="http://schemas.microsoft.com/office/thememl/2012/main" name="BEAMission&amp;Services1.2" id="{2F1A2D0E-CE64-4A44-A977-0972A4205D01}" vid="{A2344D29-2453-7145-932D-28A9FB0C795C}"/>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000c7af-569b-4810-8880-363156f00699">
      <Terms xmlns="http://schemas.microsoft.com/office/infopath/2007/PartnerControls"/>
    </lcf76f155ced4ddcb4097134ff3c332f>
    <TaxCatchAll xmlns="b8c2d396-506e-405a-8094-5d991a0b5db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B38ACBCCD737B449F7D180124B565DD" ma:contentTypeVersion="14" ma:contentTypeDescription="Create a new document." ma:contentTypeScope="" ma:versionID="aa5e618e458b40ec6cafaddb0dc71df0">
  <xsd:schema xmlns:xsd="http://www.w3.org/2001/XMLSchema" xmlns:xs="http://www.w3.org/2001/XMLSchema" xmlns:p="http://schemas.microsoft.com/office/2006/metadata/properties" xmlns:ns2="3000c7af-569b-4810-8880-363156f00699" xmlns:ns3="5ebf1f3d-14ea-4d80-b758-d77cea3b2491" xmlns:ns4="b8c2d396-506e-405a-8094-5d991a0b5db2" targetNamespace="http://schemas.microsoft.com/office/2006/metadata/properties" ma:root="true" ma:fieldsID="4f5981971eb2a362b889b47f822a175f" ns2:_="" ns3:_="" ns4:_="">
    <xsd:import namespace="3000c7af-569b-4810-8880-363156f00699"/>
    <xsd:import namespace="5ebf1f3d-14ea-4d80-b758-d77cea3b2491"/>
    <xsd:import namespace="b8c2d396-506e-405a-8094-5d991a0b5db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00c7af-569b-4810-8880-363156f006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20f79066-3228-4f10-809b-20d663e726e2"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ebf1f3d-14ea-4d80-b758-d77cea3b249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8c2d396-506e-405a-8094-5d991a0b5db2"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2765235-75b7-48cc-ab6e-9972bc86703b}" ma:internalName="TaxCatchAll" ma:showField="CatchAllData" ma:web="5ebf1f3d-14ea-4d80-b758-d77cea3b24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115C14-8EE0-40D1-9980-68266892CD40}">
  <ds:schemaRefs>
    <ds:schemaRef ds:uri="http://schemas.microsoft.com/sharepoint/v3/contenttype/forms"/>
  </ds:schemaRefs>
</ds:datastoreItem>
</file>

<file path=customXml/itemProps2.xml><?xml version="1.0" encoding="utf-8"?>
<ds:datastoreItem xmlns:ds="http://schemas.openxmlformats.org/officeDocument/2006/customXml" ds:itemID="{60F939A8-1EA8-4095-876E-D04EE0DBF760}">
  <ds:schemaRefs>
    <ds:schemaRef ds:uri="http://purl.org/dc/terms/"/>
    <ds:schemaRef ds:uri="http://purl.org/dc/dcmitype/"/>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schemas.microsoft.com/office/2006/documentManagement/types"/>
    <ds:schemaRef ds:uri="http://www.w3.org/XML/1998/namespace"/>
    <ds:schemaRef ds:uri="b8c2d396-506e-405a-8094-5d991a0b5db2"/>
    <ds:schemaRef ds:uri="5ebf1f3d-14ea-4d80-b758-d77cea3b2491"/>
    <ds:schemaRef ds:uri="3000c7af-569b-4810-8880-363156f00699"/>
  </ds:schemaRefs>
</ds:datastoreItem>
</file>

<file path=customXml/itemProps3.xml><?xml version="1.0" encoding="utf-8"?>
<ds:datastoreItem xmlns:ds="http://schemas.openxmlformats.org/officeDocument/2006/customXml" ds:itemID="{577271C3-DF50-4E80-9FB1-4E628C2107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00c7af-569b-4810-8880-363156f00699"/>
    <ds:schemaRef ds:uri="5ebf1f3d-14ea-4d80-b758-d77cea3b2491"/>
    <ds:schemaRef ds:uri="b8c2d396-506e-405a-8094-5d991a0b5d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AFKL_PPT</Template>
  <TotalTime>940</TotalTime>
  <Words>2367</Words>
  <Application>Microsoft Macintosh PowerPoint</Application>
  <PresentationFormat>Grand écran</PresentationFormat>
  <Paragraphs>181</Paragraphs>
  <Slides>21</Slides>
  <Notes>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Arial</vt:lpstr>
      <vt:lpstr>Calibri</vt:lpstr>
      <vt:lpstr>ExcellenceInMotion</vt:lpstr>
      <vt:lpstr>Open Sans</vt:lpstr>
      <vt:lpstr>AFKL_PPT</vt:lpstr>
      <vt:lpstr>Présentation PowerPoint</vt:lpstr>
      <vt:lpstr>Présentation PowerPoint</vt:lpstr>
      <vt:lpstr>Présentation PowerPoint</vt:lpstr>
      <vt:lpstr>Présentation PowerPoint</vt:lpstr>
      <vt:lpstr>Présentation PowerPoint</vt:lpstr>
      <vt:lpstr>Architectural Layers* (1/2)</vt:lpstr>
      <vt:lpstr>Architectural Layers (2/2)</vt:lpstr>
      <vt:lpstr>Remarks </vt:lpstr>
      <vt:lpstr>Presentation Layer </vt:lpstr>
      <vt:lpstr>Application Layer</vt:lpstr>
      <vt:lpstr>Data Layer (Data Storage):</vt:lpstr>
      <vt:lpstr>Integration Layer</vt:lpstr>
      <vt:lpstr>Security Layer</vt:lpstr>
      <vt:lpstr>Infrastructure Layer</vt:lpstr>
      <vt:lpstr>Middleware Layer</vt:lpstr>
      <vt:lpstr>Analytics Layer</vt:lpstr>
      <vt:lpstr>Monitoring and Management Layer</vt:lpstr>
      <vt:lpstr>Compliance and Governance Layer</vt:lpstr>
      <vt:lpstr>Service Layer (APIs)</vt:lpstr>
      <vt:lpstr>User Data Layer</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Baues, Gregor (PSIN AR) - AF</dc:creator>
  <cp:lastModifiedBy>Baues, Gregor (PSIN AR) - AF</cp:lastModifiedBy>
  <cp:revision>13</cp:revision>
  <dcterms:created xsi:type="dcterms:W3CDTF">2023-07-27T16:01:47Z</dcterms:created>
  <dcterms:modified xsi:type="dcterms:W3CDTF">2023-07-28T08:03:47Z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0x010100AB38ACBCCD737B449F7D180124B565DD</vt:lpwstr>
  </property>
  <property fmtid="{D5CDD505-2E9C-101B-9397-08002B2CF9AE}" pid="3" name="MediaServiceImageTags">
    <vt:lpwstr/>
  </property>
</Properties>
</file>